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12"/>
  </p:notesMasterIdLst>
  <p:handoutMasterIdLst>
    <p:handoutMasterId r:id="rId13"/>
  </p:handoutMasterIdLst>
  <p:sldIdLst>
    <p:sldId id="3825" r:id="rId5"/>
    <p:sldId id="3826" r:id="rId6"/>
    <p:sldId id="3827" r:id="rId7"/>
    <p:sldId id="3828" r:id="rId8"/>
    <p:sldId id="3792" r:id="rId9"/>
    <p:sldId id="3831" r:id="rId10"/>
    <p:sldId id="3794" r:id="rId1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85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>
        <p:guide orient="horz" pos="1185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399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рина Хлебина" userId="a65b99dc39ea09d4" providerId="LiveId" clId="{2BC51B52-EE1B-43F8-A648-B4657A69FC3B}"/>
    <pc:docChg chg="custSel addSld delSld modSld sldOrd">
      <pc:chgData name="Ирина Хлебина" userId="a65b99dc39ea09d4" providerId="LiveId" clId="{2BC51B52-EE1B-43F8-A648-B4657A69FC3B}" dt="2023-05-17T05:16:10.171" v="2288" actId="20577"/>
      <pc:docMkLst>
        <pc:docMk/>
      </pc:docMkLst>
      <pc:sldChg chg="modSp del mod ord">
        <pc:chgData name="Ирина Хлебина" userId="a65b99dc39ea09d4" providerId="LiveId" clId="{2BC51B52-EE1B-43F8-A648-B4657A69FC3B}" dt="2023-05-16T20:21:31.115" v="2099" actId="2696"/>
        <pc:sldMkLst>
          <pc:docMk/>
          <pc:sldMk cId="1019213662" sldId="3791"/>
        </pc:sldMkLst>
        <pc:spChg chg="mod">
          <ac:chgData name="Ирина Хлебина" userId="a65b99dc39ea09d4" providerId="LiveId" clId="{2BC51B52-EE1B-43F8-A648-B4657A69FC3B}" dt="2023-05-03T04:28:10.824" v="237" actId="207"/>
          <ac:spMkLst>
            <pc:docMk/>
            <pc:sldMk cId="1019213662" sldId="3791"/>
            <ac:spMk id="2" creationId="{3C373B68-3E2D-4E94-A83A-ED21AC676122}"/>
          </ac:spMkLst>
        </pc:spChg>
      </pc:sldChg>
      <pc:sldChg chg="modSp mod">
        <pc:chgData name="Ирина Хлебина" userId="a65b99dc39ea09d4" providerId="LiveId" clId="{2BC51B52-EE1B-43F8-A648-B4657A69FC3B}" dt="2023-05-16T20:27:44.895" v="2249" actId="12"/>
        <pc:sldMkLst>
          <pc:docMk/>
          <pc:sldMk cId="3927950662" sldId="3792"/>
        </pc:sldMkLst>
        <pc:spChg chg="mod">
          <ac:chgData name="Ирина Хлебина" userId="a65b99dc39ea09d4" providerId="LiveId" clId="{2BC51B52-EE1B-43F8-A648-B4657A69FC3B}" dt="2023-05-03T04:27:40.455" v="233" actId="207"/>
          <ac:spMkLst>
            <pc:docMk/>
            <pc:sldMk cId="3927950662" sldId="3792"/>
            <ac:spMk id="2" creationId="{D89752FB-00E4-412D-9922-75D46AC71990}"/>
          </ac:spMkLst>
        </pc:spChg>
        <pc:spChg chg="mod">
          <ac:chgData name="Ирина Хлебина" userId="a65b99dc39ea09d4" providerId="LiveId" clId="{2BC51B52-EE1B-43F8-A648-B4657A69FC3B}" dt="2023-05-16T20:27:44.895" v="2249" actId="12"/>
          <ac:spMkLst>
            <pc:docMk/>
            <pc:sldMk cId="3927950662" sldId="3792"/>
            <ac:spMk id="3" creationId="{E9747778-C129-40AF-AD2D-CBDAAA0089BE}"/>
          </ac:spMkLst>
        </pc:spChg>
        <pc:spChg chg="mod">
          <ac:chgData name="Ирина Хлебина" userId="a65b99dc39ea09d4" providerId="LiveId" clId="{2BC51B52-EE1B-43F8-A648-B4657A69FC3B}" dt="2023-05-16T20:02:03.627" v="1390" actId="207"/>
          <ac:spMkLst>
            <pc:docMk/>
            <pc:sldMk cId="3927950662" sldId="3792"/>
            <ac:spMk id="9" creationId="{78260B10-25FE-445D-A9FD-06B618F1B961}"/>
          </ac:spMkLst>
        </pc:spChg>
      </pc:sldChg>
      <pc:sldChg chg="modSp mod">
        <pc:chgData name="Ирина Хлебина" userId="a65b99dc39ea09d4" providerId="LiveId" clId="{2BC51B52-EE1B-43F8-A648-B4657A69FC3B}" dt="2023-05-16T20:24:45.521" v="2247" actId="20577"/>
        <pc:sldMkLst>
          <pc:docMk/>
          <pc:sldMk cId="1813910725" sldId="3794"/>
        </pc:sldMkLst>
        <pc:spChg chg="mod">
          <ac:chgData name="Ирина Хлебина" userId="a65b99dc39ea09d4" providerId="LiveId" clId="{2BC51B52-EE1B-43F8-A648-B4657A69FC3B}" dt="2023-05-03T04:28:38.926" v="245" actId="207"/>
          <ac:spMkLst>
            <pc:docMk/>
            <pc:sldMk cId="1813910725" sldId="3794"/>
            <ac:spMk id="3" creationId="{6E873E8A-6AE1-4F94-A4CE-1D50BE0F71F1}"/>
          </ac:spMkLst>
        </pc:spChg>
        <pc:spChg chg="mod">
          <ac:chgData name="Ирина Хлебина" userId="a65b99dc39ea09d4" providerId="LiveId" clId="{2BC51B52-EE1B-43F8-A648-B4657A69FC3B}" dt="2023-05-16T20:24:45.521" v="2247" actId="20577"/>
          <ac:spMkLst>
            <pc:docMk/>
            <pc:sldMk cId="1813910725" sldId="3794"/>
            <ac:spMk id="4" creationId="{A84DACD0-2773-4975-A2FE-3BD5764E1F61}"/>
          </ac:spMkLst>
        </pc:spChg>
        <pc:picChg chg="mod">
          <ac:chgData name="Ирина Хлебина" userId="a65b99dc39ea09d4" providerId="LiveId" clId="{2BC51B52-EE1B-43F8-A648-B4657A69FC3B}" dt="2023-05-16T20:21:35.971" v="2100" actId="1076"/>
          <ac:picMkLst>
            <pc:docMk/>
            <pc:sldMk cId="1813910725" sldId="3794"/>
            <ac:picMk id="14" creationId="{9A89929F-0791-4C9F-8076-A410731E5E21}"/>
          </ac:picMkLst>
        </pc:picChg>
      </pc:sldChg>
      <pc:sldChg chg="modSp mod">
        <pc:chgData name="Ирина Хлебина" userId="a65b99dc39ea09d4" providerId="LiveId" clId="{2BC51B52-EE1B-43F8-A648-B4657A69FC3B}" dt="2023-05-17T05:16:10.171" v="2288" actId="20577"/>
        <pc:sldMkLst>
          <pc:docMk/>
          <pc:sldMk cId="800962904" sldId="3825"/>
        </pc:sldMkLst>
        <pc:spChg chg="mod">
          <ac:chgData name="Ирина Хлебина" userId="a65b99dc39ea09d4" providerId="LiveId" clId="{2BC51B52-EE1B-43F8-A648-B4657A69FC3B}" dt="2023-05-17T05:16:10.171" v="2288" actId="20577"/>
          <ac:spMkLst>
            <pc:docMk/>
            <pc:sldMk cId="800962904" sldId="3825"/>
            <ac:spMk id="3" creationId="{72CC4EC4-809C-4FD2-AA20-009F08590DA6}"/>
          </ac:spMkLst>
        </pc:spChg>
      </pc:sldChg>
      <pc:sldChg chg="addSp delSp modSp mod">
        <pc:chgData name="Ирина Хлебина" userId="a65b99dc39ea09d4" providerId="LiveId" clId="{2BC51B52-EE1B-43F8-A648-B4657A69FC3B}" dt="2023-05-16T19:28:39.907" v="743" actId="1076"/>
        <pc:sldMkLst>
          <pc:docMk/>
          <pc:sldMk cId="55160260" sldId="3826"/>
        </pc:sldMkLst>
        <pc:spChg chg="mod">
          <ac:chgData name="Ирина Хлебина" userId="a65b99dc39ea09d4" providerId="LiveId" clId="{2BC51B52-EE1B-43F8-A648-B4657A69FC3B}" dt="2023-05-16T19:28:39.907" v="743" actId="1076"/>
          <ac:spMkLst>
            <pc:docMk/>
            <pc:sldMk cId="55160260" sldId="3826"/>
            <ac:spMk id="2" creationId="{1836E49C-11A0-4C95-8A6E-FC7E9C57C105}"/>
          </ac:spMkLst>
        </pc:spChg>
        <pc:spChg chg="mod">
          <ac:chgData name="Ирина Хлебина" userId="a65b99dc39ea09d4" providerId="LiveId" clId="{2BC51B52-EE1B-43F8-A648-B4657A69FC3B}" dt="2023-05-16T19:28:19.581" v="742" actId="1076"/>
          <ac:spMkLst>
            <pc:docMk/>
            <pc:sldMk cId="55160260" sldId="3826"/>
            <ac:spMk id="3" creationId="{869C3FD2-AF88-4EF1-AFB7-5D31BD5AA0BF}"/>
          </ac:spMkLst>
        </pc:spChg>
        <pc:spChg chg="add del mod">
          <ac:chgData name="Ирина Хлебина" userId="a65b99dc39ea09d4" providerId="LiveId" clId="{2BC51B52-EE1B-43F8-A648-B4657A69FC3B}" dt="2023-05-03T04:26:37.223" v="227"/>
          <ac:spMkLst>
            <pc:docMk/>
            <pc:sldMk cId="55160260" sldId="3826"/>
            <ac:spMk id="4" creationId="{8A597DF7-D549-4124-8BD3-55BDE783E376}"/>
          </ac:spMkLst>
        </pc:spChg>
        <pc:spChg chg="mod">
          <ac:chgData name="Ирина Хлебина" userId="a65b99dc39ea09d4" providerId="LiveId" clId="{2BC51B52-EE1B-43F8-A648-B4657A69FC3B}" dt="2023-05-03T04:27:02.388" v="229" actId="207"/>
          <ac:spMkLst>
            <pc:docMk/>
            <pc:sldMk cId="55160260" sldId="3826"/>
            <ac:spMk id="5" creationId="{D9CA0277-BCB4-45D2-977A-D1C3AD4A3053}"/>
          </ac:spMkLst>
        </pc:spChg>
      </pc:sldChg>
      <pc:sldChg chg="modSp mod">
        <pc:chgData name="Ирина Хлебина" userId="a65b99dc39ea09d4" providerId="LiveId" clId="{2BC51B52-EE1B-43F8-A648-B4657A69FC3B}" dt="2023-05-16T19:52:58.165" v="1023" actId="255"/>
        <pc:sldMkLst>
          <pc:docMk/>
          <pc:sldMk cId="1002193766" sldId="3827"/>
        </pc:sldMkLst>
        <pc:spChg chg="mod">
          <ac:chgData name="Ирина Хлебина" userId="a65b99dc39ea09d4" providerId="LiveId" clId="{2BC51B52-EE1B-43F8-A648-B4657A69FC3B}" dt="2023-05-03T04:27:22.633" v="231" actId="207"/>
          <ac:spMkLst>
            <pc:docMk/>
            <pc:sldMk cId="1002193766" sldId="3827"/>
            <ac:spMk id="2" creationId="{45D59F47-65CE-4B80-AC8A-A76C2B16B36F}"/>
          </ac:spMkLst>
        </pc:spChg>
        <pc:spChg chg="mod">
          <ac:chgData name="Ирина Хлебина" userId="a65b99dc39ea09d4" providerId="LiveId" clId="{2BC51B52-EE1B-43F8-A648-B4657A69FC3B}" dt="2023-05-16T19:31:41.062" v="945" actId="20577"/>
          <ac:spMkLst>
            <pc:docMk/>
            <pc:sldMk cId="1002193766" sldId="3827"/>
            <ac:spMk id="4" creationId="{7B290457-2071-4F7C-9327-CE85A282B4D5}"/>
          </ac:spMkLst>
        </pc:spChg>
        <pc:spChg chg="mod">
          <ac:chgData name="Ирина Хлебина" userId="a65b99dc39ea09d4" providerId="LiveId" clId="{2BC51B52-EE1B-43F8-A648-B4657A69FC3B}" dt="2023-05-16T19:52:58.165" v="1023" actId="255"/>
          <ac:spMkLst>
            <pc:docMk/>
            <pc:sldMk cId="1002193766" sldId="3827"/>
            <ac:spMk id="5" creationId="{B67B1E24-2840-4BB0-AE5A-2320A01CB80F}"/>
          </ac:spMkLst>
        </pc:spChg>
      </pc:sldChg>
      <pc:sldChg chg="del">
        <pc:chgData name="Ирина Хлебина" userId="a65b99dc39ea09d4" providerId="LiveId" clId="{2BC51B52-EE1B-43F8-A648-B4657A69FC3B}" dt="2023-05-16T20:00:58.368" v="1372" actId="2696"/>
        <pc:sldMkLst>
          <pc:docMk/>
          <pc:sldMk cId="1026132043" sldId="3829"/>
        </pc:sldMkLst>
      </pc:sldChg>
      <pc:sldChg chg="modSp mod">
        <pc:chgData name="Ирина Хлебина" userId="a65b99dc39ea09d4" providerId="LiveId" clId="{2BC51B52-EE1B-43F8-A648-B4657A69FC3B}" dt="2023-05-16T20:17:57.106" v="2048" actId="255"/>
        <pc:sldMkLst>
          <pc:docMk/>
          <pc:sldMk cId="3942647457" sldId="3831"/>
        </pc:sldMkLst>
        <pc:spChg chg="mod">
          <ac:chgData name="Ирина Хлебина" userId="a65b99dc39ea09d4" providerId="LiveId" clId="{2BC51B52-EE1B-43F8-A648-B4657A69FC3B}" dt="2023-05-16T20:06:28.281" v="1659" actId="1076"/>
          <ac:spMkLst>
            <pc:docMk/>
            <pc:sldMk cId="3942647457" sldId="3831"/>
            <ac:spMk id="2" creationId="{5F916DAA-1ACF-4343-A637-D55C4A5DE05B}"/>
          </ac:spMkLst>
        </pc:spChg>
        <pc:spChg chg="mod">
          <ac:chgData name="Ирина Хлебина" userId="a65b99dc39ea09d4" providerId="LiveId" clId="{2BC51B52-EE1B-43F8-A648-B4657A69FC3B}" dt="2023-05-03T04:27:56.766" v="235" actId="207"/>
          <ac:spMkLst>
            <pc:docMk/>
            <pc:sldMk cId="3942647457" sldId="3831"/>
            <ac:spMk id="3" creationId="{66250A91-E7E7-492D-8B47-1D8C851816E9}"/>
          </ac:spMkLst>
        </pc:spChg>
        <pc:graphicFrameChg chg="mod">
          <ac:chgData name="Ирина Хлебина" userId="a65b99dc39ea09d4" providerId="LiveId" clId="{2BC51B52-EE1B-43F8-A648-B4657A69FC3B}" dt="2023-05-16T20:17:57.106" v="2048" actId="255"/>
          <ac:graphicFrameMkLst>
            <pc:docMk/>
            <pc:sldMk cId="3942647457" sldId="3831"/>
            <ac:graphicFrameMk id="4" creationId="{E246B7D8-C843-490A-A5BB-04DFA74A3D8D}"/>
          </ac:graphicFrameMkLst>
        </pc:graphicFrameChg>
      </pc:sldChg>
      <pc:sldChg chg="addSp delSp modSp new del mod">
        <pc:chgData name="Ирина Хлебина" userId="a65b99dc39ea09d4" providerId="LiveId" clId="{2BC51B52-EE1B-43F8-A648-B4657A69FC3B}" dt="2023-05-03T04:21:15.613" v="223" actId="2696"/>
        <pc:sldMkLst>
          <pc:docMk/>
          <pc:sldMk cId="3945504935" sldId="3832"/>
        </pc:sldMkLst>
        <pc:spChg chg="del">
          <ac:chgData name="Ирина Хлебина" userId="a65b99dc39ea09d4" providerId="LiveId" clId="{2BC51B52-EE1B-43F8-A648-B4657A69FC3B}" dt="2023-05-03T04:17:43.832" v="90" actId="478"/>
          <ac:spMkLst>
            <pc:docMk/>
            <pc:sldMk cId="3945504935" sldId="3832"/>
            <ac:spMk id="2" creationId="{6A92DC9F-C9DB-46F9-8D4F-A9F711C7C2D4}"/>
          </ac:spMkLst>
        </pc:spChg>
        <pc:spChg chg="del">
          <ac:chgData name="Ирина Хлебина" userId="a65b99dc39ea09d4" providerId="LiveId" clId="{2BC51B52-EE1B-43F8-A648-B4657A69FC3B}" dt="2023-05-03T04:17:48.105" v="91" actId="478"/>
          <ac:spMkLst>
            <pc:docMk/>
            <pc:sldMk cId="3945504935" sldId="3832"/>
            <ac:spMk id="3" creationId="{5438C259-2116-4E43-93FF-292C51E97C1C}"/>
          </ac:spMkLst>
        </pc:spChg>
        <pc:spChg chg="del mod">
          <ac:chgData name="Ирина Хлебина" userId="a65b99dc39ea09d4" providerId="LiveId" clId="{2BC51B52-EE1B-43F8-A648-B4657A69FC3B}" dt="2023-05-03T04:17:39.557" v="89" actId="478"/>
          <ac:spMkLst>
            <pc:docMk/>
            <pc:sldMk cId="3945504935" sldId="3832"/>
            <ac:spMk id="4" creationId="{CE944745-0604-43CF-BE8E-86596C29CDD4}"/>
          </ac:spMkLst>
        </pc:spChg>
        <pc:spChg chg="del">
          <ac:chgData name="Ирина Хлебина" userId="a65b99dc39ea09d4" providerId="LiveId" clId="{2BC51B52-EE1B-43F8-A648-B4657A69FC3B}" dt="2023-05-03T04:17:36.069" v="87" actId="478"/>
          <ac:spMkLst>
            <pc:docMk/>
            <pc:sldMk cId="3945504935" sldId="3832"/>
            <ac:spMk id="6" creationId="{5BE8C6AB-C61A-402E-9692-174EB23E9928}"/>
          </ac:spMkLst>
        </pc:spChg>
        <pc:picChg chg="add mod">
          <ac:chgData name="Ирина Хлебина" userId="a65b99dc39ea09d4" providerId="LiveId" clId="{2BC51B52-EE1B-43F8-A648-B4657A69FC3B}" dt="2023-05-03T04:17:32.523" v="86" actId="1038"/>
          <ac:picMkLst>
            <pc:docMk/>
            <pc:sldMk cId="3945504935" sldId="3832"/>
            <ac:picMk id="1026" creationId="{1D37A483-2F04-48DA-9B08-47597C68F35B}"/>
          </ac:picMkLst>
        </pc:picChg>
      </pc:sldChg>
      <pc:sldChg chg="addSp delSp modSp new del mod">
        <pc:chgData name="Ирина Хлебина" userId="a65b99dc39ea09d4" providerId="LiveId" clId="{2BC51B52-EE1B-43F8-A648-B4657A69FC3B}" dt="2023-05-03T04:21:19.783" v="224" actId="2696"/>
        <pc:sldMkLst>
          <pc:docMk/>
          <pc:sldMk cId="1272554831" sldId="3833"/>
        </pc:sldMkLst>
        <pc:spChg chg="mod">
          <ac:chgData name="Ирина Хлебина" userId="a65b99dc39ea09d4" providerId="LiveId" clId="{2BC51B52-EE1B-43F8-A648-B4657A69FC3B}" dt="2023-05-03T04:20:56.045" v="222" actId="20577"/>
          <ac:spMkLst>
            <pc:docMk/>
            <pc:sldMk cId="1272554831" sldId="3833"/>
            <ac:spMk id="2" creationId="{8F3860A8-B7E1-40CA-BC3F-1C922304A1A0}"/>
          </ac:spMkLst>
        </pc:spChg>
        <pc:spChg chg="del">
          <ac:chgData name="Ирина Хлебина" userId="a65b99dc39ea09d4" providerId="LiveId" clId="{2BC51B52-EE1B-43F8-A648-B4657A69FC3B}" dt="2023-05-03T04:19:04.745" v="95"/>
          <ac:spMkLst>
            <pc:docMk/>
            <pc:sldMk cId="1272554831" sldId="3833"/>
            <ac:spMk id="3" creationId="{70675C79-B127-4AE1-B3A2-3A902DFD63D2}"/>
          </ac:spMkLst>
        </pc:spChg>
        <pc:picChg chg="add mod">
          <ac:chgData name="Ирина Хлебина" userId="a65b99dc39ea09d4" providerId="LiveId" clId="{2BC51B52-EE1B-43F8-A648-B4657A69FC3B}" dt="2023-05-03T04:20:45.166" v="199" actId="14100"/>
          <ac:picMkLst>
            <pc:docMk/>
            <pc:sldMk cId="1272554831" sldId="3833"/>
            <ac:picMk id="2050" creationId="{7C61CBFF-AAC6-410A-BC59-AC7D5890641F}"/>
          </ac:picMkLst>
        </pc:picChg>
        <pc:picChg chg="add mod">
          <ac:chgData name="Ирина Хлебина" userId="a65b99dc39ea09d4" providerId="LiveId" clId="{2BC51B52-EE1B-43F8-A648-B4657A69FC3B}" dt="2023-05-03T04:20:29.450" v="187" actId="1076"/>
          <ac:picMkLst>
            <pc:docMk/>
            <pc:sldMk cId="1272554831" sldId="3833"/>
            <ac:picMk id="2052" creationId="{A82626D5-8246-419A-9CF6-7946921B2E8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5B3066-540F-4606-ADEC-65EB1C3E9627}" type="doc">
      <dgm:prSet loTypeId="urn:microsoft.com/office/officeart/2016/7/layout/BasicLinearProcessNumbered#1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198ACE8E-34F4-43E6-BB2E-1809B1CC58DC}">
      <dgm:prSet custT="1"/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rtl="0"/>
          <a:r>
            <a:rPr lang="ru-RU" sz="1800" noProof="0" dirty="0">
              <a:latin typeface="Calibri" panose="020F0502020204030204" pitchFamily="34" charset="0"/>
            </a:rPr>
            <a:t>Всё выполнено, написанные программы собраны в папке на Гугл диске</a:t>
          </a:r>
        </a:p>
      </dgm:t>
    </dgm:pt>
    <dgm:pt modelId="{49F555B2-B165-4CB6-8578-DF4BCD791ABF}" type="parTrans" cxnId="{8327A44B-5326-4A8B-9B23-A3D3C09A16F3}">
      <dgm:prSet/>
      <dgm:spPr/>
      <dgm:t>
        <a:bodyPr rtlCol="0"/>
        <a:lstStyle/>
        <a:p>
          <a:pPr rtl="0"/>
          <a:endParaRPr lang="ru-RU" noProof="0" dirty="0">
            <a:latin typeface="Calibri" panose="020F0502020204030204" pitchFamily="34" charset="0"/>
          </a:endParaRPr>
        </a:p>
      </dgm:t>
    </dgm:pt>
    <dgm:pt modelId="{C54063C4-24CD-4834-9424-53756AE38C6B}" type="sibTrans" cxnId="{8327A44B-5326-4A8B-9B23-A3D3C09A16F3}">
      <dgm:prSet phldrT="1" phldr="0"/>
      <dgm:spPr>
        <a:solidFill>
          <a:schemeClr val="accent1"/>
        </a:solidFill>
        <a:ln>
          <a:noFill/>
        </a:ln>
      </dgm:spPr>
      <dgm:t>
        <a:bodyPr rtlCol="0"/>
        <a:lstStyle/>
        <a:p>
          <a:pPr rtl="0"/>
          <a:r>
            <a:rPr lang="ru-RU" noProof="0">
              <a:latin typeface="Calibri" panose="020F0502020204030204" pitchFamily="34" charset="0"/>
            </a:rPr>
            <a:t>1</a:t>
          </a:r>
          <a:endParaRPr lang="ru-RU" noProof="0" dirty="0">
            <a:latin typeface="Calibri" panose="020F0502020204030204" pitchFamily="34" charset="0"/>
          </a:endParaRPr>
        </a:p>
      </dgm:t>
    </dgm:pt>
    <dgm:pt modelId="{0F6BA1FB-59E5-4F16-A7B4-1533BB1F09E4}">
      <dgm:prSet custT="1"/>
      <dgm:spPr>
        <a:solidFill>
          <a:schemeClr val="accent2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rtl="0"/>
          <a:r>
            <a:rPr lang="ru-RU" sz="1800" noProof="0" dirty="0">
              <a:latin typeface="Calibri" panose="020F0502020204030204" pitchFamily="34" charset="0"/>
            </a:rPr>
            <a:t>Три стадии прыжка; Траектория – парабола; «Ключевые» части тела. Видео.</a:t>
          </a:r>
        </a:p>
      </dgm:t>
    </dgm:pt>
    <dgm:pt modelId="{6A557BB1-C0DD-44CB-8745-CE5481476209}" type="parTrans" cxnId="{F0FA65E5-FB81-4E7A-9467-65363565F4A0}">
      <dgm:prSet/>
      <dgm:spPr/>
      <dgm:t>
        <a:bodyPr rtlCol="0"/>
        <a:lstStyle/>
        <a:p>
          <a:pPr rtl="0"/>
          <a:endParaRPr lang="ru-RU" noProof="0" dirty="0">
            <a:latin typeface="Calibri" panose="020F0502020204030204" pitchFamily="34" charset="0"/>
          </a:endParaRPr>
        </a:p>
      </dgm:t>
    </dgm:pt>
    <dgm:pt modelId="{7DBF5CB5-29DD-4671-A0F3-981D48571500}" type="sibTrans" cxnId="{F0FA65E5-FB81-4E7A-9467-65363565F4A0}">
      <dgm:prSet phldrT="2" phldr="0"/>
      <dgm:spPr>
        <a:solidFill>
          <a:schemeClr val="accent2"/>
        </a:solidFill>
        <a:ln>
          <a:noFill/>
        </a:ln>
      </dgm:spPr>
      <dgm:t>
        <a:bodyPr rtlCol="0"/>
        <a:lstStyle/>
        <a:p>
          <a:pPr rtl="0"/>
          <a:r>
            <a:rPr lang="ru-RU" noProof="0">
              <a:latin typeface="Calibri" panose="020F0502020204030204" pitchFamily="34" charset="0"/>
            </a:rPr>
            <a:t>2</a:t>
          </a:r>
          <a:endParaRPr lang="ru-RU" noProof="0" dirty="0">
            <a:latin typeface="Calibri" panose="020F0502020204030204" pitchFamily="34" charset="0"/>
          </a:endParaRPr>
        </a:p>
      </dgm:t>
    </dgm:pt>
    <dgm:pt modelId="{1D096F01-AEA8-401D-8348-98E9A81F3CE0}">
      <dgm:prSet custT="1"/>
      <dgm:spPr>
        <a:solidFill>
          <a:schemeClr val="accent4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rtl="0"/>
          <a:r>
            <a:rPr lang="ru-RU" sz="1800" b="0" i="0" u="none" noProof="0" dirty="0">
              <a:latin typeface="Calibri" panose="020F0502020204030204" pitchFamily="34" charset="0"/>
            </a:rPr>
            <a:t>Обработка 1 видео для 3 частей тела, получение графиков и зависимостей. </a:t>
          </a:r>
          <a:endParaRPr lang="ru-RU" sz="1800" noProof="0" dirty="0">
            <a:latin typeface="Calibri" panose="020F0502020204030204" pitchFamily="34" charset="0"/>
          </a:endParaRPr>
        </a:p>
      </dgm:t>
    </dgm:pt>
    <dgm:pt modelId="{AB9DA1CE-0370-48BB-8362-3A4CBF7FFB29}" type="parTrans" cxnId="{FD2381C0-DA6F-4859-90D6-313730044E7C}">
      <dgm:prSet/>
      <dgm:spPr/>
      <dgm:t>
        <a:bodyPr rtlCol="0"/>
        <a:lstStyle/>
        <a:p>
          <a:pPr rtl="0"/>
          <a:endParaRPr lang="ru-RU" noProof="0" dirty="0">
            <a:latin typeface="Calibri" panose="020F0502020204030204" pitchFamily="34" charset="0"/>
          </a:endParaRPr>
        </a:p>
      </dgm:t>
    </dgm:pt>
    <dgm:pt modelId="{6088456C-4B73-4948-985C-DD954DEF44EF}" type="sibTrans" cxnId="{FD2381C0-DA6F-4859-90D6-313730044E7C}">
      <dgm:prSet phldrT="3" phldr="0"/>
      <dgm:spPr>
        <a:solidFill>
          <a:schemeClr val="accent4"/>
        </a:solidFill>
        <a:ln>
          <a:noFill/>
        </a:ln>
      </dgm:spPr>
      <dgm:t>
        <a:bodyPr rtlCol="0"/>
        <a:lstStyle/>
        <a:p>
          <a:pPr rtl="0"/>
          <a:r>
            <a:rPr lang="ru-RU" noProof="0">
              <a:latin typeface="Calibri" panose="020F0502020204030204" pitchFamily="34" charset="0"/>
            </a:rPr>
            <a:t>3</a:t>
          </a:r>
          <a:endParaRPr lang="ru-RU" noProof="0" dirty="0">
            <a:latin typeface="Calibri" panose="020F0502020204030204" pitchFamily="34" charset="0"/>
          </a:endParaRPr>
        </a:p>
      </dgm:t>
    </dgm:pt>
    <dgm:pt modelId="{DE16CBB4-D3F4-44AD-8379-3A5D78B889D5}">
      <dgm:prSet custT="1"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rtl="0"/>
          <a:r>
            <a:rPr lang="ru-RU" sz="1800" b="0" i="0" u="none" noProof="0" dirty="0">
              <a:latin typeface="Calibri" panose="020F0502020204030204" pitchFamily="34" charset="0"/>
            </a:rPr>
            <a:t>Не для всех траекторий получилось разбить на стадии; Остальные подтвердились</a:t>
          </a:r>
          <a:endParaRPr lang="ru-RU" sz="1800" noProof="0" dirty="0">
            <a:latin typeface="Calibri" panose="020F0502020204030204" pitchFamily="34" charset="0"/>
          </a:endParaRPr>
        </a:p>
      </dgm:t>
    </dgm:pt>
    <dgm:pt modelId="{917142D8-7514-46BB-B61D-8633F0189C31}" type="parTrans" cxnId="{058D75E7-8E09-41CE-ADFC-EEAD1556353B}">
      <dgm:prSet/>
      <dgm:spPr/>
      <dgm:t>
        <a:bodyPr rtlCol="0"/>
        <a:lstStyle/>
        <a:p>
          <a:pPr rtl="0"/>
          <a:endParaRPr lang="ru-RU" noProof="0" dirty="0">
            <a:latin typeface="Calibri" panose="020F0502020204030204" pitchFamily="34" charset="0"/>
          </a:endParaRPr>
        </a:p>
      </dgm:t>
    </dgm:pt>
    <dgm:pt modelId="{C2728830-9A00-4764-A9F1-670DDF9E57B3}" type="sibTrans" cxnId="{058D75E7-8E09-41CE-ADFC-EEAD1556353B}">
      <dgm:prSet phldrT="4" phldr="0"/>
      <dgm:spPr>
        <a:solidFill>
          <a:schemeClr val="accent5"/>
        </a:solidFill>
        <a:ln>
          <a:noFill/>
        </a:ln>
      </dgm:spPr>
      <dgm:t>
        <a:bodyPr rtlCol="0"/>
        <a:lstStyle/>
        <a:p>
          <a:pPr rtl="0"/>
          <a:r>
            <a:rPr lang="ru-RU" noProof="0">
              <a:latin typeface="Calibri" panose="020F0502020204030204" pitchFamily="34" charset="0"/>
            </a:rPr>
            <a:t>4</a:t>
          </a:r>
          <a:endParaRPr lang="ru-RU" noProof="0" dirty="0">
            <a:latin typeface="Calibri" panose="020F0502020204030204" pitchFamily="34" charset="0"/>
          </a:endParaRPr>
        </a:p>
      </dgm:t>
    </dgm:pt>
    <dgm:pt modelId="{F7B81412-5EAE-488C-9259-0FA0EB0F090B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rtl="0"/>
          <a:r>
            <a:rPr lang="ru-RU" sz="1800" b="0" i="0" u="none" noProof="0" dirty="0">
              <a:latin typeface="Calibri" panose="020F0502020204030204" pitchFamily="34" charset="0"/>
            </a:rPr>
            <a:t>Написана инструкция, выложена вместе с программами.</a:t>
          </a:r>
        </a:p>
        <a:p>
          <a:pPr rtl="0"/>
          <a:endParaRPr lang="ru-RU" sz="2000" b="0" i="0" u="none" noProof="0" dirty="0">
            <a:latin typeface="Calibri" panose="020F0502020204030204" pitchFamily="34" charset="0"/>
          </a:endParaRPr>
        </a:p>
      </dgm:t>
    </dgm:pt>
    <dgm:pt modelId="{C9E63F01-62A4-4331-A67D-7FE563CE9D07}" type="parTrans" cxnId="{AD7281BE-8A99-43C0-9016-4082EB985BF2}">
      <dgm:prSet/>
      <dgm:spPr/>
      <dgm:t>
        <a:bodyPr rtlCol="0"/>
        <a:lstStyle/>
        <a:p>
          <a:pPr rtl="0"/>
          <a:endParaRPr lang="ru-RU" noProof="0" dirty="0">
            <a:latin typeface="Calibri" panose="020F0502020204030204" pitchFamily="34" charset="0"/>
          </a:endParaRPr>
        </a:p>
      </dgm:t>
    </dgm:pt>
    <dgm:pt modelId="{32E76676-0672-4988-9FB1-308093FF8D5C}" type="sibTrans" cxnId="{AD7281BE-8A99-43C0-9016-4082EB985BF2}">
      <dgm:prSet phldrT="5" phldr="0"/>
      <dgm:spPr>
        <a:solidFill>
          <a:schemeClr val="accent6"/>
        </a:solidFill>
        <a:ln>
          <a:noFill/>
        </a:ln>
      </dgm:spPr>
      <dgm:t>
        <a:bodyPr rtlCol="0"/>
        <a:lstStyle/>
        <a:p>
          <a:pPr rtl="0"/>
          <a:r>
            <a:rPr lang="ru-RU" noProof="0">
              <a:latin typeface="Calibri" panose="020F0502020204030204" pitchFamily="34" charset="0"/>
            </a:rPr>
            <a:t>5</a:t>
          </a:r>
          <a:endParaRPr lang="ru-RU" noProof="0" dirty="0">
            <a:latin typeface="Calibri" panose="020F0502020204030204" pitchFamily="34" charset="0"/>
          </a:endParaRPr>
        </a:p>
      </dgm:t>
    </dgm:pt>
    <dgm:pt modelId="{869C0C7E-BD0C-4E5F-8D96-6B8EEC39B952}" type="pres">
      <dgm:prSet presAssocID="{0F5B3066-540F-4606-ADEC-65EB1C3E9627}" presName="Name0" presStyleCnt="0">
        <dgm:presLayoutVars>
          <dgm:animLvl val="lvl"/>
          <dgm:resizeHandles val="exact"/>
        </dgm:presLayoutVars>
      </dgm:prSet>
      <dgm:spPr/>
    </dgm:pt>
    <dgm:pt modelId="{A1C50682-E81A-4719-9746-6B052BFB6DD3}" type="pres">
      <dgm:prSet presAssocID="{198ACE8E-34F4-43E6-BB2E-1809B1CC58DC}" presName="compositeNode" presStyleCnt="0">
        <dgm:presLayoutVars>
          <dgm:bulletEnabled val="1"/>
        </dgm:presLayoutVars>
      </dgm:prSet>
      <dgm:spPr/>
    </dgm:pt>
    <dgm:pt modelId="{1896CBD6-4A99-4E4A-A270-A70AEFBAAF7E}" type="pres">
      <dgm:prSet presAssocID="{198ACE8E-34F4-43E6-BB2E-1809B1CC58DC}" presName="bgRect" presStyleLbl="bgAccFollowNode1" presStyleIdx="0" presStyleCnt="5" custLinFactNeighborX="-185" custLinFactNeighborY="436"/>
      <dgm:spPr/>
    </dgm:pt>
    <dgm:pt modelId="{9C3A7F13-9585-42DF-AD32-B56F82B123C8}" type="pres">
      <dgm:prSet presAssocID="{C54063C4-24CD-4834-9424-53756AE38C6B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923B2301-552B-45D2-9EF0-53A10AA17FC6}" type="pres">
      <dgm:prSet presAssocID="{198ACE8E-34F4-43E6-BB2E-1809B1CC58DC}" presName="bottomLine" presStyleLbl="alignNode1" presStyleIdx="1" presStyleCnt="10">
        <dgm:presLayoutVars/>
      </dgm:prSet>
      <dgm:spPr>
        <a:ln>
          <a:solidFill>
            <a:schemeClr val="accent1"/>
          </a:solidFill>
        </a:ln>
      </dgm:spPr>
    </dgm:pt>
    <dgm:pt modelId="{1636F17A-F9E0-460B-890B-A46A6E583FD1}" type="pres">
      <dgm:prSet presAssocID="{198ACE8E-34F4-43E6-BB2E-1809B1CC58DC}" presName="nodeText" presStyleLbl="bgAccFollowNode1" presStyleIdx="0" presStyleCnt="5">
        <dgm:presLayoutVars>
          <dgm:bulletEnabled val="1"/>
        </dgm:presLayoutVars>
      </dgm:prSet>
      <dgm:spPr/>
    </dgm:pt>
    <dgm:pt modelId="{CE18CCA6-9206-4DD7-BE09-5291C62117AB}" type="pres">
      <dgm:prSet presAssocID="{C54063C4-24CD-4834-9424-53756AE38C6B}" presName="sibTrans" presStyleCnt="0"/>
      <dgm:spPr/>
    </dgm:pt>
    <dgm:pt modelId="{B75A207A-E561-4A33-8860-3580568F46B8}" type="pres">
      <dgm:prSet presAssocID="{0F6BA1FB-59E5-4F16-A7B4-1533BB1F09E4}" presName="compositeNode" presStyleCnt="0">
        <dgm:presLayoutVars>
          <dgm:bulletEnabled val="1"/>
        </dgm:presLayoutVars>
      </dgm:prSet>
      <dgm:spPr/>
    </dgm:pt>
    <dgm:pt modelId="{02F7283A-0FC3-4AF1-AA94-0270DC0B1C33}" type="pres">
      <dgm:prSet presAssocID="{0F6BA1FB-59E5-4F16-A7B4-1533BB1F09E4}" presName="bgRect" presStyleLbl="bgAccFollowNode1" presStyleIdx="1" presStyleCnt="5"/>
      <dgm:spPr/>
    </dgm:pt>
    <dgm:pt modelId="{C08FC467-91FE-48BD-B243-273925C2B75A}" type="pres">
      <dgm:prSet presAssocID="{7DBF5CB5-29DD-4671-A0F3-981D48571500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DE393E47-CBB6-4D77-A342-C9AFD9FC8CB6}" type="pres">
      <dgm:prSet presAssocID="{0F6BA1FB-59E5-4F16-A7B4-1533BB1F09E4}" presName="bottomLine" presStyleLbl="alignNode1" presStyleIdx="3" presStyleCnt="10">
        <dgm:presLayoutVars/>
      </dgm:prSet>
      <dgm:spPr>
        <a:ln>
          <a:solidFill>
            <a:schemeClr val="accent2"/>
          </a:solidFill>
        </a:ln>
      </dgm:spPr>
    </dgm:pt>
    <dgm:pt modelId="{6209B655-7BD8-4C2E-802B-7A837190A817}" type="pres">
      <dgm:prSet presAssocID="{0F6BA1FB-59E5-4F16-A7B4-1533BB1F09E4}" presName="nodeText" presStyleLbl="bgAccFollowNode1" presStyleIdx="1" presStyleCnt="5">
        <dgm:presLayoutVars>
          <dgm:bulletEnabled val="1"/>
        </dgm:presLayoutVars>
      </dgm:prSet>
      <dgm:spPr/>
    </dgm:pt>
    <dgm:pt modelId="{44DA27FB-BF39-4511-84EF-E3EA3F12D2B6}" type="pres">
      <dgm:prSet presAssocID="{7DBF5CB5-29DD-4671-A0F3-981D48571500}" presName="sibTrans" presStyleCnt="0"/>
      <dgm:spPr/>
    </dgm:pt>
    <dgm:pt modelId="{9ED209A7-CD15-4C32-9372-A0384698B942}" type="pres">
      <dgm:prSet presAssocID="{1D096F01-AEA8-401D-8348-98E9A81F3CE0}" presName="compositeNode" presStyleCnt="0">
        <dgm:presLayoutVars>
          <dgm:bulletEnabled val="1"/>
        </dgm:presLayoutVars>
      </dgm:prSet>
      <dgm:spPr/>
    </dgm:pt>
    <dgm:pt modelId="{B5DA272C-701A-4327-802B-15E4D04DF389}" type="pres">
      <dgm:prSet presAssocID="{1D096F01-AEA8-401D-8348-98E9A81F3CE0}" presName="bgRect" presStyleLbl="bgAccFollowNode1" presStyleIdx="2" presStyleCnt="5"/>
      <dgm:spPr/>
    </dgm:pt>
    <dgm:pt modelId="{4104A2F1-FB99-4C42-8067-46B8EEEC9610}" type="pres">
      <dgm:prSet presAssocID="{6088456C-4B73-4948-985C-DD954DEF44E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2EB92C72-3528-4913-AFF6-FF0B4F338399}" type="pres">
      <dgm:prSet presAssocID="{1D096F01-AEA8-401D-8348-98E9A81F3CE0}" presName="bottomLine" presStyleLbl="alignNode1" presStyleIdx="5" presStyleCnt="10">
        <dgm:presLayoutVars/>
      </dgm:prSet>
      <dgm:spPr>
        <a:solidFill>
          <a:schemeClr val="accent4"/>
        </a:solidFill>
        <a:ln>
          <a:solidFill>
            <a:schemeClr val="accent4"/>
          </a:solidFill>
        </a:ln>
      </dgm:spPr>
    </dgm:pt>
    <dgm:pt modelId="{74E21D92-0946-4075-ABB7-F58F125D081F}" type="pres">
      <dgm:prSet presAssocID="{1D096F01-AEA8-401D-8348-98E9A81F3CE0}" presName="nodeText" presStyleLbl="bgAccFollowNode1" presStyleIdx="2" presStyleCnt="5">
        <dgm:presLayoutVars>
          <dgm:bulletEnabled val="1"/>
        </dgm:presLayoutVars>
      </dgm:prSet>
      <dgm:spPr/>
    </dgm:pt>
    <dgm:pt modelId="{E7F9CACB-FE98-4F37-853A-1B05B4BF4385}" type="pres">
      <dgm:prSet presAssocID="{6088456C-4B73-4948-985C-DD954DEF44EF}" presName="sibTrans" presStyleCnt="0"/>
      <dgm:spPr/>
    </dgm:pt>
    <dgm:pt modelId="{313C51D3-DB7E-4530-8AFA-F0AE0E26CE2D}" type="pres">
      <dgm:prSet presAssocID="{DE16CBB4-D3F4-44AD-8379-3A5D78B889D5}" presName="compositeNode" presStyleCnt="0">
        <dgm:presLayoutVars>
          <dgm:bulletEnabled val="1"/>
        </dgm:presLayoutVars>
      </dgm:prSet>
      <dgm:spPr/>
    </dgm:pt>
    <dgm:pt modelId="{549A837B-0FA3-4970-A9F9-3BD236350D3D}" type="pres">
      <dgm:prSet presAssocID="{DE16CBB4-D3F4-44AD-8379-3A5D78B889D5}" presName="bgRect" presStyleLbl="bgAccFollowNode1" presStyleIdx="3" presStyleCnt="5"/>
      <dgm:spPr/>
    </dgm:pt>
    <dgm:pt modelId="{AC6B335A-D8B4-46D8-93DE-B9EF1773F6AC}" type="pres">
      <dgm:prSet presAssocID="{C2728830-9A00-4764-A9F1-670DDF9E57B3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7B3E0A16-DB85-46CA-87D6-4D39F6DBFC52}" type="pres">
      <dgm:prSet presAssocID="{DE16CBB4-D3F4-44AD-8379-3A5D78B889D5}" presName="bottomLine" presStyleLbl="alignNode1" presStyleIdx="7" presStyleCnt="10">
        <dgm:presLayoutVars/>
      </dgm:prSet>
      <dgm:spPr>
        <a:ln>
          <a:solidFill>
            <a:schemeClr val="accent5"/>
          </a:solidFill>
        </a:ln>
      </dgm:spPr>
    </dgm:pt>
    <dgm:pt modelId="{B80B8360-3897-45DE-BD0A-F9CCC9BAC34F}" type="pres">
      <dgm:prSet presAssocID="{DE16CBB4-D3F4-44AD-8379-3A5D78B889D5}" presName="nodeText" presStyleLbl="bgAccFollowNode1" presStyleIdx="3" presStyleCnt="5">
        <dgm:presLayoutVars>
          <dgm:bulletEnabled val="1"/>
        </dgm:presLayoutVars>
      </dgm:prSet>
      <dgm:spPr/>
    </dgm:pt>
    <dgm:pt modelId="{4BE79C5F-B252-4C81-B7E8-356A6349584C}" type="pres">
      <dgm:prSet presAssocID="{C2728830-9A00-4764-A9F1-670DDF9E57B3}" presName="sibTrans" presStyleCnt="0"/>
      <dgm:spPr/>
    </dgm:pt>
    <dgm:pt modelId="{11D9C427-A430-492A-BD3C-E4D081DA46F5}" type="pres">
      <dgm:prSet presAssocID="{F7B81412-5EAE-488C-9259-0FA0EB0F090B}" presName="compositeNode" presStyleCnt="0">
        <dgm:presLayoutVars>
          <dgm:bulletEnabled val="1"/>
        </dgm:presLayoutVars>
      </dgm:prSet>
      <dgm:spPr/>
    </dgm:pt>
    <dgm:pt modelId="{4795DD00-81CA-4D89-AAC9-9CB098B4E837}" type="pres">
      <dgm:prSet presAssocID="{F7B81412-5EAE-488C-9259-0FA0EB0F090B}" presName="bgRect" presStyleLbl="bgAccFollowNode1" presStyleIdx="4" presStyleCnt="5"/>
      <dgm:spPr/>
    </dgm:pt>
    <dgm:pt modelId="{06772805-3643-43C2-9C80-F43268C57C20}" type="pres">
      <dgm:prSet presAssocID="{32E76676-0672-4988-9FB1-308093FF8D5C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77F59A8B-7684-4E29-B44F-B0F96367FE70}" type="pres">
      <dgm:prSet presAssocID="{F7B81412-5EAE-488C-9259-0FA0EB0F090B}" presName="bottomLine" presStyleLbl="alignNode1" presStyleIdx="9" presStyleCnt="10">
        <dgm:presLayoutVars/>
      </dgm:prSet>
      <dgm:spPr/>
    </dgm:pt>
    <dgm:pt modelId="{80C8596E-ABE7-41A1-8A35-72244067CF90}" type="pres">
      <dgm:prSet presAssocID="{F7B81412-5EAE-488C-9259-0FA0EB0F090B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10EAB407-DDBC-4E09-A41B-36376F2BB005}" type="presOf" srcId="{32E76676-0672-4988-9FB1-308093FF8D5C}" destId="{06772805-3643-43C2-9C80-F43268C57C20}" srcOrd="0" destOrd="0" presId="urn:microsoft.com/office/officeart/2016/7/layout/BasicLinearProcessNumbered#1"/>
    <dgm:cxn modelId="{F47EB913-8831-49CC-ABE6-AB555FA6F993}" type="presOf" srcId="{6088456C-4B73-4948-985C-DD954DEF44EF}" destId="{4104A2F1-FB99-4C42-8067-46B8EEEC9610}" srcOrd="0" destOrd="0" presId="urn:microsoft.com/office/officeart/2016/7/layout/BasicLinearProcessNumbered#1"/>
    <dgm:cxn modelId="{EB7FE821-06C9-4CFA-BBFF-63BF8C7F1444}" type="presOf" srcId="{198ACE8E-34F4-43E6-BB2E-1809B1CC58DC}" destId="{1896CBD6-4A99-4E4A-A270-A70AEFBAAF7E}" srcOrd="0" destOrd="0" presId="urn:microsoft.com/office/officeart/2016/7/layout/BasicLinearProcessNumbered#1"/>
    <dgm:cxn modelId="{9B21BC25-6F2C-47C2-8285-8E9BB26D02F7}" type="presOf" srcId="{DE16CBB4-D3F4-44AD-8379-3A5D78B889D5}" destId="{B80B8360-3897-45DE-BD0A-F9CCC9BAC34F}" srcOrd="1" destOrd="0" presId="urn:microsoft.com/office/officeart/2016/7/layout/BasicLinearProcessNumbered#1"/>
    <dgm:cxn modelId="{A7465026-5EB9-4359-B2CA-62409A490278}" type="presOf" srcId="{0F5B3066-540F-4606-ADEC-65EB1C3E9627}" destId="{869C0C7E-BD0C-4E5F-8D96-6B8EEC39B952}" srcOrd="0" destOrd="0" presId="urn:microsoft.com/office/officeart/2016/7/layout/BasicLinearProcessNumbered#1"/>
    <dgm:cxn modelId="{500C1428-BAD2-4EA1-AAAB-CD4D6F648C0B}" type="presOf" srcId="{0F6BA1FB-59E5-4F16-A7B4-1533BB1F09E4}" destId="{02F7283A-0FC3-4AF1-AA94-0270DC0B1C33}" srcOrd="0" destOrd="0" presId="urn:microsoft.com/office/officeart/2016/7/layout/BasicLinearProcessNumbered#1"/>
    <dgm:cxn modelId="{619E3C68-1E17-487D-ABC8-EB727F4952A3}" type="presOf" srcId="{C54063C4-24CD-4834-9424-53756AE38C6B}" destId="{9C3A7F13-9585-42DF-AD32-B56F82B123C8}" srcOrd="0" destOrd="0" presId="urn:microsoft.com/office/officeart/2016/7/layout/BasicLinearProcessNumbered#1"/>
    <dgm:cxn modelId="{F4BF496B-2EAC-4B21-A290-8C4A35AC4213}" type="presOf" srcId="{7DBF5CB5-29DD-4671-A0F3-981D48571500}" destId="{C08FC467-91FE-48BD-B243-273925C2B75A}" srcOrd="0" destOrd="0" presId="urn:microsoft.com/office/officeart/2016/7/layout/BasicLinearProcessNumbered#1"/>
    <dgm:cxn modelId="{32F29D6B-8717-40AA-AB41-CDE85B6445F2}" type="presOf" srcId="{C2728830-9A00-4764-A9F1-670DDF9E57B3}" destId="{AC6B335A-D8B4-46D8-93DE-B9EF1773F6AC}" srcOrd="0" destOrd="0" presId="urn:microsoft.com/office/officeart/2016/7/layout/BasicLinearProcessNumbered#1"/>
    <dgm:cxn modelId="{8327A44B-5326-4A8B-9B23-A3D3C09A16F3}" srcId="{0F5B3066-540F-4606-ADEC-65EB1C3E9627}" destId="{198ACE8E-34F4-43E6-BB2E-1809B1CC58DC}" srcOrd="0" destOrd="0" parTransId="{49F555B2-B165-4CB6-8578-DF4BCD791ABF}" sibTransId="{C54063C4-24CD-4834-9424-53756AE38C6B}"/>
    <dgm:cxn modelId="{EF38696C-3284-4D81-8B6A-406B0A4B5478}" type="presOf" srcId="{DE16CBB4-D3F4-44AD-8379-3A5D78B889D5}" destId="{549A837B-0FA3-4970-A9F9-3BD236350D3D}" srcOrd="0" destOrd="0" presId="urn:microsoft.com/office/officeart/2016/7/layout/BasicLinearProcessNumbered#1"/>
    <dgm:cxn modelId="{2E8EE86D-D18A-48C5-817B-661FEDBE5EB5}" type="presOf" srcId="{0F6BA1FB-59E5-4F16-A7B4-1533BB1F09E4}" destId="{6209B655-7BD8-4C2E-802B-7A837190A817}" srcOrd="1" destOrd="0" presId="urn:microsoft.com/office/officeart/2016/7/layout/BasicLinearProcessNumbered#1"/>
    <dgm:cxn modelId="{7B7DC85A-1097-4B13-A457-5376A39A58E2}" type="presOf" srcId="{F7B81412-5EAE-488C-9259-0FA0EB0F090B}" destId="{80C8596E-ABE7-41A1-8A35-72244067CF90}" srcOrd="1" destOrd="0" presId="urn:microsoft.com/office/officeart/2016/7/layout/BasicLinearProcessNumbered#1"/>
    <dgm:cxn modelId="{AA103CB4-BE4E-4C3C-8A8A-83391F2FB47F}" type="presOf" srcId="{1D096F01-AEA8-401D-8348-98E9A81F3CE0}" destId="{B5DA272C-701A-4327-802B-15E4D04DF389}" srcOrd="0" destOrd="0" presId="urn:microsoft.com/office/officeart/2016/7/layout/BasicLinearProcessNumbered#1"/>
    <dgm:cxn modelId="{451EA9B5-F1ED-4BC6-8C22-CD5C870E657E}" type="presOf" srcId="{F7B81412-5EAE-488C-9259-0FA0EB0F090B}" destId="{4795DD00-81CA-4D89-AAC9-9CB098B4E837}" srcOrd="0" destOrd="0" presId="urn:microsoft.com/office/officeart/2016/7/layout/BasicLinearProcessNumbered#1"/>
    <dgm:cxn modelId="{EC143BBE-149C-4B2B-96B6-7B3C8595B821}" type="presOf" srcId="{1D096F01-AEA8-401D-8348-98E9A81F3CE0}" destId="{74E21D92-0946-4075-ABB7-F58F125D081F}" srcOrd="1" destOrd="0" presId="urn:microsoft.com/office/officeart/2016/7/layout/BasicLinearProcessNumbered#1"/>
    <dgm:cxn modelId="{AD7281BE-8A99-43C0-9016-4082EB985BF2}" srcId="{0F5B3066-540F-4606-ADEC-65EB1C3E9627}" destId="{F7B81412-5EAE-488C-9259-0FA0EB0F090B}" srcOrd="4" destOrd="0" parTransId="{C9E63F01-62A4-4331-A67D-7FE563CE9D07}" sibTransId="{32E76676-0672-4988-9FB1-308093FF8D5C}"/>
    <dgm:cxn modelId="{FD2381C0-DA6F-4859-90D6-313730044E7C}" srcId="{0F5B3066-540F-4606-ADEC-65EB1C3E9627}" destId="{1D096F01-AEA8-401D-8348-98E9A81F3CE0}" srcOrd="2" destOrd="0" parTransId="{AB9DA1CE-0370-48BB-8362-3A4CBF7FFB29}" sibTransId="{6088456C-4B73-4948-985C-DD954DEF44EF}"/>
    <dgm:cxn modelId="{8CB3EED4-728A-4D4F-ACB4-5DD629623D8A}" type="presOf" srcId="{198ACE8E-34F4-43E6-BB2E-1809B1CC58DC}" destId="{1636F17A-F9E0-460B-890B-A46A6E583FD1}" srcOrd="1" destOrd="0" presId="urn:microsoft.com/office/officeart/2016/7/layout/BasicLinearProcessNumbered#1"/>
    <dgm:cxn modelId="{F0FA65E5-FB81-4E7A-9467-65363565F4A0}" srcId="{0F5B3066-540F-4606-ADEC-65EB1C3E9627}" destId="{0F6BA1FB-59E5-4F16-A7B4-1533BB1F09E4}" srcOrd="1" destOrd="0" parTransId="{6A557BB1-C0DD-44CB-8745-CE5481476209}" sibTransId="{7DBF5CB5-29DD-4671-A0F3-981D48571500}"/>
    <dgm:cxn modelId="{058D75E7-8E09-41CE-ADFC-EEAD1556353B}" srcId="{0F5B3066-540F-4606-ADEC-65EB1C3E9627}" destId="{DE16CBB4-D3F4-44AD-8379-3A5D78B889D5}" srcOrd="3" destOrd="0" parTransId="{917142D8-7514-46BB-B61D-8633F0189C31}" sibTransId="{C2728830-9A00-4764-A9F1-670DDF9E57B3}"/>
    <dgm:cxn modelId="{6FD83AE8-DB7F-4EFE-8F0A-58735E6AEC64}" type="presParOf" srcId="{869C0C7E-BD0C-4E5F-8D96-6B8EEC39B952}" destId="{A1C50682-E81A-4719-9746-6B052BFB6DD3}" srcOrd="0" destOrd="0" presId="urn:microsoft.com/office/officeart/2016/7/layout/BasicLinearProcessNumbered#1"/>
    <dgm:cxn modelId="{AA17009A-379B-43BE-97BA-12B67036AD90}" type="presParOf" srcId="{A1C50682-E81A-4719-9746-6B052BFB6DD3}" destId="{1896CBD6-4A99-4E4A-A270-A70AEFBAAF7E}" srcOrd="0" destOrd="0" presId="urn:microsoft.com/office/officeart/2016/7/layout/BasicLinearProcessNumbered#1"/>
    <dgm:cxn modelId="{6D85C09F-1D0A-406F-9396-06638BA4FD92}" type="presParOf" srcId="{A1C50682-E81A-4719-9746-6B052BFB6DD3}" destId="{9C3A7F13-9585-42DF-AD32-B56F82B123C8}" srcOrd="1" destOrd="0" presId="urn:microsoft.com/office/officeart/2016/7/layout/BasicLinearProcessNumbered#1"/>
    <dgm:cxn modelId="{794669B6-74B7-439A-8EE2-238314813197}" type="presParOf" srcId="{A1C50682-E81A-4719-9746-6B052BFB6DD3}" destId="{923B2301-552B-45D2-9EF0-53A10AA17FC6}" srcOrd="2" destOrd="0" presId="urn:microsoft.com/office/officeart/2016/7/layout/BasicLinearProcessNumbered#1"/>
    <dgm:cxn modelId="{23ECCBA1-941D-4643-9618-18F560A80DAB}" type="presParOf" srcId="{A1C50682-E81A-4719-9746-6B052BFB6DD3}" destId="{1636F17A-F9E0-460B-890B-A46A6E583FD1}" srcOrd="3" destOrd="0" presId="urn:microsoft.com/office/officeart/2016/7/layout/BasicLinearProcessNumbered#1"/>
    <dgm:cxn modelId="{84426433-1E67-4D55-9D10-3C4CF150BF28}" type="presParOf" srcId="{869C0C7E-BD0C-4E5F-8D96-6B8EEC39B952}" destId="{CE18CCA6-9206-4DD7-BE09-5291C62117AB}" srcOrd="1" destOrd="0" presId="urn:microsoft.com/office/officeart/2016/7/layout/BasicLinearProcessNumbered#1"/>
    <dgm:cxn modelId="{16E156BA-CA11-45E4-B5EA-B4F3067B424F}" type="presParOf" srcId="{869C0C7E-BD0C-4E5F-8D96-6B8EEC39B952}" destId="{B75A207A-E561-4A33-8860-3580568F46B8}" srcOrd="2" destOrd="0" presId="urn:microsoft.com/office/officeart/2016/7/layout/BasicLinearProcessNumbered#1"/>
    <dgm:cxn modelId="{63957AA2-61FB-47C5-9B97-06D23CB5FDF5}" type="presParOf" srcId="{B75A207A-E561-4A33-8860-3580568F46B8}" destId="{02F7283A-0FC3-4AF1-AA94-0270DC0B1C33}" srcOrd="0" destOrd="0" presId="urn:microsoft.com/office/officeart/2016/7/layout/BasicLinearProcessNumbered#1"/>
    <dgm:cxn modelId="{3099F022-A87D-4FA3-8BC3-9575F846BC44}" type="presParOf" srcId="{B75A207A-E561-4A33-8860-3580568F46B8}" destId="{C08FC467-91FE-48BD-B243-273925C2B75A}" srcOrd="1" destOrd="0" presId="urn:microsoft.com/office/officeart/2016/7/layout/BasicLinearProcessNumbered#1"/>
    <dgm:cxn modelId="{A2E37B9F-7D4B-49D4-AF46-9A540F2ACE59}" type="presParOf" srcId="{B75A207A-E561-4A33-8860-3580568F46B8}" destId="{DE393E47-CBB6-4D77-A342-C9AFD9FC8CB6}" srcOrd="2" destOrd="0" presId="urn:microsoft.com/office/officeart/2016/7/layout/BasicLinearProcessNumbered#1"/>
    <dgm:cxn modelId="{3374E4EC-7EA8-47C5-B2E6-92A2F8FDFB7F}" type="presParOf" srcId="{B75A207A-E561-4A33-8860-3580568F46B8}" destId="{6209B655-7BD8-4C2E-802B-7A837190A817}" srcOrd="3" destOrd="0" presId="urn:microsoft.com/office/officeart/2016/7/layout/BasicLinearProcessNumbered#1"/>
    <dgm:cxn modelId="{64EBAD3F-E38B-4135-AAA2-C165246599F7}" type="presParOf" srcId="{869C0C7E-BD0C-4E5F-8D96-6B8EEC39B952}" destId="{44DA27FB-BF39-4511-84EF-E3EA3F12D2B6}" srcOrd="3" destOrd="0" presId="urn:microsoft.com/office/officeart/2016/7/layout/BasicLinearProcessNumbered#1"/>
    <dgm:cxn modelId="{C047657C-4647-4043-950A-E8F7F675767E}" type="presParOf" srcId="{869C0C7E-BD0C-4E5F-8D96-6B8EEC39B952}" destId="{9ED209A7-CD15-4C32-9372-A0384698B942}" srcOrd="4" destOrd="0" presId="urn:microsoft.com/office/officeart/2016/7/layout/BasicLinearProcessNumbered#1"/>
    <dgm:cxn modelId="{0F5F3613-D3F0-4FA7-ACBA-C61DDC0B6FCC}" type="presParOf" srcId="{9ED209A7-CD15-4C32-9372-A0384698B942}" destId="{B5DA272C-701A-4327-802B-15E4D04DF389}" srcOrd="0" destOrd="0" presId="urn:microsoft.com/office/officeart/2016/7/layout/BasicLinearProcessNumbered#1"/>
    <dgm:cxn modelId="{AB7A54D4-8E23-4583-8E98-345042A04591}" type="presParOf" srcId="{9ED209A7-CD15-4C32-9372-A0384698B942}" destId="{4104A2F1-FB99-4C42-8067-46B8EEEC9610}" srcOrd="1" destOrd="0" presId="urn:microsoft.com/office/officeart/2016/7/layout/BasicLinearProcessNumbered#1"/>
    <dgm:cxn modelId="{06C75B26-0F3E-41ED-839F-4D64199F4461}" type="presParOf" srcId="{9ED209A7-CD15-4C32-9372-A0384698B942}" destId="{2EB92C72-3528-4913-AFF6-FF0B4F338399}" srcOrd="2" destOrd="0" presId="urn:microsoft.com/office/officeart/2016/7/layout/BasicLinearProcessNumbered#1"/>
    <dgm:cxn modelId="{AAB9864E-92C0-4EA3-9F0E-6EB52D100EBE}" type="presParOf" srcId="{9ED209A7-CD15-4C32-9372-A0384698B942}" destId="{74E21D92-0946-4075-ABB7-F58F125D081F}" srcOrd="3" destOrd="0" presId="urn:microsoft.com/office/officeart/2016/7/layout/BasicLinearProcessNumbered#1"/>
    <dgm:cxn modelId="{13ED127B-27D7-4A94-8FC0-60DF0BA87D27}" type="presParOf" srcId="{869C0C7E-BD0C-4E5F-8D96-6B8EEC39B952}" destId="{E7F9CACB-FE98-4F37-853A-1B05B4BF4385}" srcOrd="5" destOrd="0" presId="urn:microsoft.com/office/officeart/2016/7/layout/BasicLinearProcessNumbered#1"/>
    <dgm:cxn modelId="{4B61CEE5-C2BB-4897-9CE0-A1A15D162F44}" type="presParOf" srcId="{869C0C7E-BD0C-4E5F-8D96-6B8EEC39B952}" destId="{313C51D3-DB7E-4530-8AFA-F0AE0E26CE2D}" srcOrd="6" destOrd="0" presId="urn:microsoft.com/office/officeart/2016/7/layout/BasicLinearProcessNumbered#1"/>
    <dgm:cxn modelId="{9B85DE27-B7E4-402F-BE27-E3C3985E9A79}" type="presParOf" srcId="{313C51D3-DB7E-4530-8AFA-F0AE0E26CE2D}" destId="{549A837B-0FA3-4970-A9F9-3BD236350D3D}" srcOrd="0" destOrd="0" presId="urn:microsoft.com/office/officeart/2016/7/layout/BasicLinearProcessNumbered#1"/>
    <dgm:cxn modelId="{9D5D9389-D124-429A-8F96-49696F6F4EF9}" type="presParOf" srcId="{313C51D3-DB7E-4530-8AFA-F0AE0E26CE2D}" destId="{AC6B335A-D8B4-46D8-93DE-B9EF1773F6AC}" srcOrd="1" destOrd="0" presId="urn:microsoft.com/office/officeart/2016/7/layout/BasicLinearProcessNumbered#1"/>
    <dgm:cxn modelId="{AEF2A504-6850-4ED8-81A9-8B6F7FF43DCD}" type="presParOf" srcId="{313C51D3-DB7E-4530-8AFA-F0AE0E26CE2D}" destId="{7B3E0A16-DB85-46CA-87D6-4D39F6DBFC52}" srcOrd="2" destOrd="0" presId="urn:microsoft.com/office/officeart/2016/7/layout/BasicLinearProcessNumbered#1"/>
    <dgm:cxn modelId="{25F27692-3F46-46F7-BF34-29BD99560D08}" type="presParOf" srcId="{313C51D3-DB7E-4530-8AFA-F0AE0E26CE2D}" destId="{B80B8360-3897-45DE-BD0A-F9CCC9BAC34F}" srcOrd="3" destOrd="0" presId="urn:microsoft.com/office/officeart/2016/7/layout/BasicLinearProcessNumbered#1"/>
    <dgm:cxn modelId="{4796AC81-FE2B-441F-A0B6-C344625F6E96}" type="presParOf" srcId="{869C0C7E-BD0C-4E5F-8D96-6B8EEC39B952}" destId="{4BE79C5F-B252-4C81-B7E8-356A6349584C}" srcOrd="7" destOrd="0" presId="urn:microsoft.com/office/officeart/2016/7/layout/BasicLinearProcessNumbered#1"/>
    <dgm:cxn modelId="{F640017D-6D0A-4410-A66B-828F2066B1C3}" type="presParOf" srcId="{869C0C7E-BD0C-4E5F-8D96-6B8EEC39B952}" destId="{11D9C427-A430-492A-BD3C-E4D081DA46F5}" srcOrd="8" destOrd="0" presId="urn:microsoft.com/office/officeart/2016/7/layout/BasicLinearProcessNumbered#1"/>
    <dgm:cxn modelId="{3F5AE0F2-FA72-4C37-BCFA-A61C660A8759}" type="presParOf" srcId="{11D9C427-A430-492A-BD3C-E4D081DA46F5}" destId="{4795DD00-81CA-4D89-AAC9-9CB098B4E837}" srcOrd="0" destOrd="0" presId="urn:microsoft.com/office/officeart/2016/7/layout/BasicLinearProcessNumbered#1"/>
    <dgm:cxn modelId="{D1D3C516-0A96-4C35-8949-341CF221BBD1}" type="presParOf" srcId="{11D9C427-A430-492A-BD3C-E4D081DA46F5}" destId="{06772805-3643-43C2-9C80-F43268C57C20}" srcOrd="1" destOrd="0" presId="urn:microsoft.com/office/officeart/2016/7/layout/BasicLinearProcessNumbered#1"/>
    <dgm:cxn modelId="{A39F6DBC-EC8C-42B3-9D5B-962E5C23F626}" type="presParOf" srcId="{11D9C427-A430-492A-BD3C-E4D081DA46F5}" destId="{77F59A8B-7684-4E29-B44F-B0F96367FE70}" srcOrd="2" destOrd="0" presId="urn:microsoft.com/office/officeart/2016/7/layout/BasicLinearProcessNumbered#1"/>
    <dgm:cxn modelId="{37B3E4C3-947D-462B-A3DF-A33AAEB8FA1C}" type="presParOf" srcId="{11D9C427-A430-492A-BD3C-E4D081DA46F5}" destId="{80C8596E-ABE7-41A1-8A35-72244067CF90}" srcOrd="3" destOrd="0" presId="urn:microsoft.com/office/officeart/2016/7/layout/BasicLinearProcessNumbered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6CBD6-4A99-4E4A-A270-A70AEFBAAF7E}">
      <dsp:nvSpPr>
        <dsp:cNvPr id="0" name=""/>
        <dsp:cNvSpPr/>
      </dsp:nvSpPr>
      <dsp:spPr>
        <a:xfrm>
          <a:off x="0" y="1293744"/>
          <a:ext cx="2207831" cy="3090963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131" tIns="330200" rIns="172131" bIns="33020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noProof="0" dirty="0">
              <a:latin typeface="Calibri" panose="020F0502020204030204" pitchFamily="34" charset="0"/>
            </a:rPr>
            <a:t>Всё выполнено, написанные программы собраны в папке на Гугл диске</a:t>
          </a:r>
        </a:p>
      </dsp:txBody>
      <dsp:txXfrm>
        <a:off x="0" y="2468310"/>
        <a:ext cx="2207831" cy="1854578"/>
      </dsp:txXfrm>
    </dsp:sp>
    <dsp:sp modelId="{9C3A7F13-9585-42DF-AD32-B56F82B123C8}">
      <dsp:nvSpPr>
        <dsp:cNvPr id="0" name=""/>
        <dsp:cNvSpPr/>
      </dsp:nvSpPr>
      <dsp:spPr>
        <a:xfrm>
          <a:off x="644348" y="1589364"/>
          <a:ext cx="927289" cy="927289"/>
        </a:xfrm>
        <a:prstGeom prst="ellipse">
          <a:avLst/>
        </a:prstGeom>
        <a:solidFill>
          <a:schemeClr val="accent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295" tIns="12700" rIns="72295" bIns="12700" numCol="1" spcCol="1270" rtlCol="0" anchor="ctr" anchorCtr="0">
          <a:noAutofit/>
        </a:bodyPr>
        <a:lstStyle/>
        <a:p>
          <a:pPr marL="0" lvl="0" indent="0" algn="ctr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500" kern="1200" noProof="0">
              <a:latin typeface="Calibri" panose="020F0502020204030204" pitchFamily="34" charset="0"/>
            </a:rPr>
            <a:t>1</a:t>
          </a:r>
          <a:endParaRPr lang="ru-RU" sz="4500" kern="1200" noProof="0" dirty="0">
            <a:latin typeface="Calibri" panose="020F0502020204030204" pitchFamily="34" charset="0"/>
          </a:endParaRPr>
        </a:p>
      </dsp:txBody>
      <dsp:txXfrm>
        <a:off x="780146" y="1725162"/>
        <a:ext cx="655693" cy="655693"/>
      </dsp:txXfrm>
    </dsp:sp>
    <dsp:sp modelId="{923B2301-552B-45D2-9EF0-53A10AA17FC6}">
      <dsp:nvSpPr>
        <dsp:cNvPr id="0" name=""/>
        <dsp:cNvSpPr/>
      </dsp:nvSpPr>
      <dsp:spPr>
        <a:xfrm>
          <a:off x="4077" y="4371159"/>
          <a:ext cx="2207831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7283A-0FC3-4AF1-AA94-0270DC0B1C33}">
      <dsp:nvSpPr>
        <dsp:cNvPr id="0" name=""/>
        <dsp:cNvSpPr/>
      </dsp:nvSpPr>
      <dsp:spPr>
        <a:xfrm>
          <a:off x="2432691" y="1280267"/>
          <a:ext cx="2207831" cy="3090963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131" tIns="330200" rIns="172131" bIns="33020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noProof="0" dirty="0">
              <a:latin typeface="Calibri" panose="020F0502020204030204" pitchFamily="34" charset="0"/>
            </a:rPr>
            <a:t>Три стадии прыжка; Траектория – парабола; «Ключевые» части тела. Видео.</a:t>
          </a:r>
        </a:p>
      </dsp:txBody>
      <dsp:txXfrm>
        <a:off x="2432691" y="2454833"/>
        <a:ext cx="2207831" cy="1854578"/>
      </dsp:txXfrm>
    </dsp:sp>
    <dsp:sp modelId="{C08FC467-91FE-48BD-B243-273925C2B75A}">
      <dsp:nvSpPr>
        <dsp:cNvPr id="0" name=""/>
        <dsp:cNvSpPr/>
      </dsp:nvSpPr>
      <dsp:spPr>
        <a:xfrm>
          <a:off x="3072962" y="1589364"/>
          <a:ext cx="927289" cy="927289"/>
        </a:xfrm>
        <a:prstGeom prst="ellipse">
          <a:avLst/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295" tIns="12700" rIns="72295" bIns="12700" numCol="1" spcCol="1270" rtlCol="0" anchor="ctr" anchorCtr="0">
          <a:noAutofit/>
        </a:bodyPr>
        <a:lstStyle/>
        <a:p>
          <a:pPr marL="0" lvl="0" indent="0" algn="ctr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500" kern="1200" noProof="0">
              <a:latin typeface="Calibri" panose="020F0502020204030204" pitchFamily="34" charset="0"/>
            </a:rPr>
            <a:t>2</a:t>
          </a:r>
          <a:endParaRPr lang="ru-RU" sz="4500" kern="1200" noProof="0" dirty="0">
            <a:latin typeface="Calibri" panose="020F0502020204030204" pitchFamily="34" charset="0"/>
          </a:endParaRPr>
        </a:p>
      </dsp:txBody>
      <dsp:txXfrm>
        <a:off x="3208760" y="1725162"/>
        <a:ext cx="655693" cy="655693"/>
      </dsp:txXfrm>
    </dsp:sp>
    <dsp:sp modelId="{DE393E47-CBB6-4D77-A342-C9AFD9FC8CB6}">
      <dsp:nvSpPr>
        <dsp:cNvPr id="0" name=""/>
        <dsp:cNvSpPr/>
      </dsp:nvSpPr>
      <dsp:spPr>
        <a:xfrm>
          <a:off x="2432691" y="4371159"/>
          <a:ext cx="2207831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A272C-701A-4327-802B-15E4D04DF389}">
      <dsp:nvSpPr>
        <dsp:cNvPr id="0" name=""/>
        <dsp:cNvSpPr/>
      </dsp:nvSpPr>
      <dsp:spPr>
        <a:xfrm>
          <a:off x="4861305" y="1280267"/>
          <a:ext cx="2207831" cy="3090963"/>
        </a:xfrm>
        <a:prstGeom prst="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131" tIns="330200" rIns="172131" bIns="33020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u="none" kern="1200" noProof="0" dirty="0">
              <a:latin typeface="Calibri" panose="020F0502020204030204" pitchFamily="34" charset="0"/>
            </a:rPr>
            <a:t>Обработка 1 видео для 3 частей тела, получение графиков и зависимостей. </a:t>
          </a:r>
          <a:endParaRPr lang="ru-RU" sz="1800" kern="1200" noProof="0" dirty="0">
            <a:latin typeface="Calibri" panose="020F0502020204030204" pitchFamily="34" charset="0"/>
          </a:endParaRPr>
        </a:p>
      </dsp:txBody>
      <dsp:txXfrm>
        <a:off x="4861305" y="2454833"/>
        <a:ext cx="2207831" cy="1854578"/>
      </dsp:txXfrm>
    </dsp:sp>
    <dsp:sp modelId="{4104A2F1-FB99-4C42-8067-46B8EEEC9610}">
      <dsp:nvSpPr>
        <dsp:cNvPr id="0" name=""/>
        <dsp:cNvSpPr/>
      </dsp:nvSpPr>
      <dsp:spPr>
        <a:xfrm>
          <a:off x="5501576" y="1589364"/>
          <a:ext cx="927289" cy="927289"/>
        </a:xfrm>
        <a:prstGeom prst="ellipse">
          <a:avLst/>
        </a:prstGeom>
        <a:solidFill>
          <a:schemeClr val="accent4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295" tIns="12700" rIns="72295" bIns="12700" numCol="1" spcCol="1270" rtlCol="0" anchor="ctr" anchorCtr="0">
          <a:noAutofit/>
        </a:bodyPr>
        <a:lstStyle/>
        <a:p>
          <a:pPr marL="0" lvl="0" indent="0" algn="ctr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500" kern="1200" noProof="0">
              <a:latin typeface="Calibri" panose="020F0502020204030204" pitchFamily="34" charset="0"/>
            </a:rPr>
            <a:t>3</a:t>
          </a:r>
          <a:endParaRPr lang="ru-RU" sz="4500" kern="1200" noProof="0" dirty="0">
            <a:latin typeface="Calibri" panose="020F0502020204030204" pitchFamily="34" charset="0"/>
          </a:endParaRPr>
        </a:p>
      </dsp:txBody>
      <dsp:txXfrm>
        <a:off x="5637374" y="1725162"/>
        <a:ext cx="655693" cy="655693"/>
      </dsp:txXfrm>
    </dsp:sp>
    <dsp:sp modelId="{2EB92C72-3528-4913-AFF6-FF0B4F338399}">
      <dsp:nvSpPr>
        <dsp:cNvPr id="0" name=""/>
        <dsp:cNvSpPr/>
      </dsp:nvSpPr>
      <dsp:spPr>
        <a:xfrm>
          <a:off x="4861305" y="4371159"/>
          <a:ext cx="2207831" cy="72"/>
        </a:xfrm>
        <a:prstGeom prst="rect">
          <a:avLst/>
        </a:prstGeom>
        <a:solidFill>
          <a:schemeClr val="accent4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A837B-0FA3-4970-A9F9-3BD236350D3D}">
      <dsp:nvSpPr>
        <dsp:cNvPr id="0" name=""/>
        <dsp:cNvSpPr/>
      </dsp:nvSpPr>
      <dsp:spPr>
        <a:xfrm>
          <a:off x="7289920" y="1280267"/>
          <a:ext cx="2207831" cy="3090963"/>
        </a:xfrm>
        <a:prstGeom prst="rect">
          <a:avLst/>
        </a:prstGeom>
        <a:solidFill>
          <a:schemeClr val="accent5">
            <a:lumMod val="20000"/>
            <a:lumOff val="8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131" tIns="330200" rIns="172131" bIns="33020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u="none" kern="1200" noProof="0" dirty="0">
              <a:latin typeface="Calibri" panose="020F0502020204030204" pitchFamily="34" charset="0"/>
            </a:rPr>
            <a:t>Не для всех траекторий получилось разбить на стадии; Остальные подтвердились</a:t>
          </a:r>
          <a:endParaRPr lang="ru-RU" sz="1800" kern="1200" noProof="0" dirty="0">
            <a:latin typeface="Calibri" panose="020F0502020204030204" pitchFamily="34" charset="0"/>
          </a:endParaRPr>
        </a:p>
      </dsp:txBody>
      <dsp:txXfrm>
        <a:off x="7289920" y="2454833"/>
        <a:ext cx="2207831" cy="1854578"/>
      </dsp:txXfrm>
    </dsp:sp>
    <dsp:sp modelId="{AC6B335A-D8B4-46D8-93DE-B9EF1773F6AC}">
      <dsp:nvSpPr>
        <dsp:cNvPr id="0" name=""/>
        <dsp:cNvSpPr/>
      </dsp:nvSpPr>
      <dsp:spPr>
        <a:xfrm>
          <a:off x="7930191" y="1589364"/>
          <a:ext cx="927289" cy="927289"/>
        </a:xfrm>
        <a:prstGeom prst="ellipse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295" tIns="12700" rIns="72295" bIns="12700" numCol="1" spcCol="1270" rtlCol="0" anchor="ctr" anchorCtr="0">
          <a:noAutofit/>
        </a:bodyPr>
        <a:lstStyle/>
        <a:p>
          <a:pPr marL="0" lvl="0" indent="0" algn="ctr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500" kern="1200" noProof="0">
              <a:latin typeface="Calibri" panose="020F0502020204030204" pitchFamily="34" charset="0"/>
            </a:rPr>
            <a:t>4</a:t>
          </a:r>
          <a:endParaRPr lang="ru-RU" sz="4500" kern="1200" noProof="0" dirty="0">
            <a:latin typeface="Calibri" panose="020F0502020204030204" pitchFamily="34" charset="0"/>
          </a:endParaRPr>
        </a:p>
      </dsp:txBody>
      <dsp:txXfrm>
        <a:off x="8065989" y="1725162"/>
        <a:ext cx="655693" cy="655693"/>
      </dsp:txXfrm>
    </dsp:sp>
    <dsp:sp modelId="{7B3E0A16-DB85-46CA-87D6-4D39F6DBFC52}">
      <dsp:nvSpPr>
        <dsp:cNvPr id="0" name=""/>
        <dsp:cNvSpPr/>
      </dsp:nvSpPr>
      <dsp:spPr>
        <a:xfrm>
          <a:off x="7289920" y="4371159"/>
          <a:ext cx="2207831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5DD00-81CA-4D89-AAC9-9CB098B4E837}">
      <dsp:nvSpPr>
        <dsp:cNvPr id="0" name=""/>
        <dsp:cNvSpPr/>
      </dsp:nvSpPr>
      <dsp:spPr>
        <a:xfrm>
          <a:off x="9718534" y="1280267"/>
          <a:ext cx="2207831" cy="3090963"/>
        </a:xfrm>
        <a:prstGeom prst="rect">
          <a:avLst/>
        </a:prstGeom>
        <a:solidFill>
          <a:schemeClr val="accent6">
            <a:lumMod val="20000"/>
            <a:lumOff val="8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131" tIns="330200" rIns="172131" bIns="33020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u="none" kern="1200" noProof="0" dirty="0">
              <a:latin typeface="Calibri" panose="020F0502020204030204" pitchFamily="34" charset="0"/>
            </a:rPr>
            <a:t>Написана инструкция, выложена вместе с программами.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b="0" i="0" u="none" kern="1200" noProof="0" dirty="0">
            <a:latin typeface="Calibri" panose="020F0502020204030204" pitchFamily="34" charset="0"/>
          </a:endParaRPr>
        </a:p>
      </dsp:txBody>
      <dsp:txXfrm>
        <a:off x="9718534" y="2454833"/>
        <a:ext cx="2207831" cy="1854578"/>
      </dsp:txXfrm>
    </dsp:sp>
    <dsp:sp modelId="{06772805-3643-43C2-9C80-F43268C57C20}">
      <dsp:nvSpPr>
        <dsp:cNvPr id="0" name=""/>
        <dsp:cNvSpPr/>
      </dsp:nvSpPr>
      <dsp:spPr>
        <a:xfrm>
          <a:off x="10358805" y="1589364"/>
          <a:ext cx="927289" cy="927289"/>
        </a:xfrm>
        <a:prstGeom prst="ellipse">
          <a:avLst/>
        </a:prstGeom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295" tIns="12700" rIns="72295" bIns="12700" numCol="1" spcCol="1270" rtlCol="0" anchor="ctr" anchorCtr="0">
          <a:noAutofit/>
        </a:bodyPr>
        <a:lstStyle/>
        <a:p>
          <a:pPr marL="0" lvl="0" indent="0" algn="ctr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500" kern="1200" noProof="0">
              <a:latin typeface="Calibri" panose="020F0502020204030204" pitchFamily="34" charset="0"/>
            </a:rPr>
            <a:t>5</a:t>
          </a:r>
          <a:endParaRPr lang="ru-RU" sz="4500" kern="1200" noProof="0" dirty="0">
            <a:latin typeface="Calibri" panose="020F0502020204030204" pitchFamily="34" charset="0"/>
          </a:endParaRPr>
        </a:p>
      </dsp:txBody>
      <dsp:txXfrm>
        <a:off x="10494603" y="1725162"/>
        <a:ext cx="655693" cy="655693"/>
      </dsp:txXfrm>
    </dsp:sp>
    <dsp:sp modelId="{77F59A8B-7684-4E29-B44F-B0F96367FE70}">
      <dsp:nvSpPr>
        <dsp:cNvPr id="0" name=""/>
        <dsp:cNvSpPr/>
      </dsp:nvSpPr>
      <dsp:spPr>
        <a:xfrm>
          <a:off x="9718534" y="4371159"/>
          <a:ext cx="2207831" cy="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#1">
  <dgm:title val="Нумерованный простой линейный процесс"/>
  <dgm:desc val="Используется для отображения хода выполнения задач, временной шкалы, последовательных этапов задачи, процесса или рабочего процесса, а также для выделения движения или направления. Для отображения этапов процесса, показанного в круге, были добавлены автоматические числа. Текст уровней 1 и 2 отображается в прямоугольнике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AB8E97A3-458B-4459-8849-EF3A8D885423}">
          <dgm:prSet phldrT="1"/>
          <dgm:t>
            <a:bodyPr rtlCol="0"/>
            <a:lstStyle/>
            <a:p>
              <a:pPr rtl="0"/>
              <a:r>
                <a:t>1</a:t>
              </a:r>
            </a:p>
          </dgm:t>
        </dgm:pt>
        <dgm:pt modelId="201" type="sibTrans" cxnId="{95F9FFCB-1BFC-4B36-BE44-D6A1469F21C3}">
          <dgm:prSet phldrT="2"/>
          <dgm:t>
            <a:bodyPr rtlCol="0"/>
            <a:lstStyle/>
            <a:p>
              <a:pPr rtl="0"/>
              <a:r>
                <a:t>2</a:t>
              </a:r>
            </a:p>
          </dgm:t>
        </dgm:pt>
        <dgm:pt modelId="301" type="sibTrans" cxnId="{A69863A3-5EBF-4CAE-AA51-83CA76DE20BB}">
          <dgm:prSet phldrT="3"/>
          <dgm:t>
            <a:bodyPr rtlCol="0"/>
            <a:lstStyle/>
            <a:p>
              <a:pPr rtl="0"/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9D976E6-2013-45BD-975A-5DAB81D689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C6BDF2-B4DF-43D2-A6AE-34ED1D6134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49564-FD95-4795-8146-D7F18A57F53F}" type="datetime1">
              <a:rPr lang="ru-RU" smtClean="0"/>
              <a:t>17.05.2023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59FE7E0-729C-4891-A0BA-3BB871D4EE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9D135AD-9CDF-4A85-9CE7-1F7D8C5FF0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D0AAC-EBD3-4A8F-BA76-0C5FA686BD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4931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CD34F23-CB4B-4EF6-8BD3-528E3008B490}" type="datetime1">
              <a:rPr lang="ru-RU" noProof="0" smtClean="0"/>
              <a:t>17.05.2023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D40C6A29-4676-420C-BBE3-ACC2B80F64D4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435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281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066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162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759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561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82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" name="Полилиния: Фигура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2" name="Дуга 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rtlCol="0"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 rtlCol="0"/>
          <a:lstStyle>
            <a:lvl1pPr marL="0" indent="0" algn="r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Дуга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88152" y="1527048"/>
            <a:ext cx="5111496" cy="3931920"/>
          </a:xfrm>
        </p:spPr>
        <p:txBody>
          <a:bodyPr rtlCol="0" anchor="ctr"/>
          <a:lstStyle>
            <a:lvl1pPr marL="0" indent="0">
              <a:buNone/>
              <a:defRPr>
                <a:latin typeface="Calibri" panose="020F0502020204030204" pitchFamily="34" charset="0"/>
              </a:defRPr>
            </a:lvl1pPr>
            <a:lvl2pPr marL="228600">
              <a:defRPr>
                <a:latin typeface="Calibri" panose="020F0502020204030204" pitchFamily="34" charset="0"/>
              </a:defRPr>
            </a:lvl2pPr>
            <a:lvl3pPr marL="457200">
              <a:defRPr>
                <a:latin typeface="Calibri" panose="020F0502020204030204" pitchFamily="34" charset="0"/>
              </a:defRPr>
            </a:lvl3pPr>
            <a:lvl4pPr>
              <a:buNone/>
              <a:defRPr/>
            </a:lvl4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 2 небольшими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>
                <a:latin typeface="Calibri" panose="020F0502020204030204" pitchFamily="34" charset="0"/>
              </a:defRPr>
            </a:lvl1pPr>
            <a:lvl2pPr marL="228600">
              <a:lnSpc>
                <a:spcPct val="110000"/>
              </a:lnSpc>
              <a:defRPr sz="2000">
                <a:latin typeface="Calibri" panose="020F0502020204030204" pitchFamily="34" charset="0"/>
              </a:defRPr>
            </a:lvl2pPr>
            <a:lvl3pPr marL="457200">
              <a:lnSpc>
                <a:spcPct val="110000"/>
              </a:lnSpc>
              <a:defRPr sz="1800">
                <a:latin typeface="Calibri" panose="020F0502020204030204" pitchFamily="34" charset="0"/>
              </a:defRPr>
            </a:lvl3pPr>
            <a:lvl4pPr marL="685800">
              <a:lnSpc>
                <a:spcPct val="110000"/>
              </a:lnSpc>
              <a:defRPr sz="1600">
                <a:latin typeface="Calibri" panose="020F0502020204030204" pitchFamily="34" charset="0"/>
              </a:defRPr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Дуга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19272" y="4078224"/>
            <a:ext cx="5559552" cy="153619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9576" y="1911096"/>
            <a:ext cx="9829800" cy="3859742"/>
          </a:xfrm>
        </p:spPr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цитаты с рисунко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75304" y="4379976"/>
            <a:ext cx="5038344" cy="71323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/>
              <a:t>03.09.20ГГ</a:t>
            </a:r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/>
              <a:t>Название презентации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/>
              <a:pPr>
                <a:defRPr/>
              </a:pPr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9" name="Полилиния: фигура 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 3 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5312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45312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6500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Объект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06500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 2 средними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Дуга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41248" y="1828800"/>
            <a:ext cx="5093208" cy="4352544"/>
          </a:xfrm>
        </p:spPr>
        <p:txBody>
          <a:bodyPr rtlCol="0"/>
          <a:lstStyle>
            <a:lvl1pPr marL="0" indent="0">
              <a:buNone/>
              <a:defRPr sz="2400">
                <a:latin typeface="Calibri" panose="020F0502020204030204" pitchFamily="34" charset="0"/>
              </a:defRPr>
            </a:lvl1pPr>
            <a:lvl2pPr marL="228600">
              <a:defRPr>
                <a:latin typeface="Calibri" panose="020F0502020204030204" pitchFamily="34" charset="0"/>
              </a:defRPr>
            </a:lvl2pPr>
            <a:lvl3pPr marL="457200">
              <a:defRPr>
                <a:latin typeface="Calibri" panose="020F0502020204030204" pitchFamily="34" charset="0"/>
              </a:defRPr>
            </a:lvl3pPr>
            <a:lvl4pPr marL="685800">
              <a:defRPr>
                <a:latin typeface="Calibri" panose="020F0502020204030204" pitchFamily="34" charset="0"/>
              </a:defRPr>
            </a:lvl4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" name="Полилиния: Фигура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2" name="Полилиния: Фигура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>
                <a:latin typeface="Calibri" panose="020F0502020204030204" pitchFamily="34" charset="0"/>
              </a:defRPr>
            </a:lvl1pPr>
            <a:lvl2pPr marL="228600">
              <a:defRPr sz="1800">
                <a:latin typeface="Calibri" panose="020F0502020204030204" pitchFamily="34" charset="0"/>
              </a:defRPr>
            </a:lvl2pPr>
            <a:lvl3pPr marL="457200">
              <a:defRPr sz="1800">
                <a:latin typeface="Calibri" panose="020F0502020204030204" pitchFamily="34" charset="0"/>
              </a:defRPr>
            </a:lvl3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Полилиния: Фигура 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Полилиния: Фигура 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>
                <a:latin typeface="Calibri" panose="020F0502020204030204" pitchFamily="34" charset="0"/>
              </a:defRPr>
            </a:lvl1pPr>
            <a:lvl2pPr>
              <a:defRPr sz="2800">
                <a:latin typeface="Calibri" panose="020F0502020204030204" pitchFamily="34" charset="0"/>
              </a:defRPr>
            </a:lvl2pPr>
            <a:lvl3pPr>
              <a:defRPr sz="2400">
                <a:latin typeface="Calibri" panose="020F0502020204030204" pitchFamily="34" charset="0"/>
              </a:defRPr>
            </a:lvl3pPr>
            <a:lvl4pPr>
              <a:defRPr sz="2000">
                <a:latin typeface="Calibri" panose="020F0502020204030204" pitchFamily="34" charset="0"/>
              </a:defRPr>
            </a:lvl4pPr>
            <a:lvl5pPr>
              <a:defRPr sz="2000">
                <a:latin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 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>
                <a:latin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03.09.20ГГ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ru-RU" noProof="0">
                <a:solidFill>
                  <a:prstClr val="black">
                    <a:tint val="75000"/>
                  </a:prstClr>
                </a:solidFill>
              </a:rPr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6B855D-E9CC-4FF8-AD85-6CDC7B89A0DE}" type="slidenum">
              <a:rPr lang="ru-RU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noProof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 err="1">
                <a:solidFill>
                  <a:srgbClr val="FFFFFF"/>
                </a:solidFill>
              </a:rPr>
              <a:t>Кошкоскок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3"/>
            <a:ext cx="6592824" cy="1493901"/>
          </a:xfrm>
        </p:spPr>
        <p:txBody>
          <a:bodyPr rtlCol="0">
            <a:normAutofit/>
          </a:bodyPr>
          <a:lstStyle/>
          <a:p>
            <a:pPr rtl="0"/>
            <a:r>
              <a:rPr lang="ru-RU" b="0" i="0" u="none" strike="noStrike" dirty="0">
                <a:effectLst/>
                <a:latin typeface="Arial" panose="020B0604020202020204" pitchFamily="34" charset="0"/>
              </a:rPr>
              <a:t>Инструмент для исследований движения кошек с помощью компьютерного зрения</a:t>
            </a:r>
          </a:p>
          <a:p>
            <a:pPr rtl="0"/>
            <a:r>
              <a:rPr lang="ru-RU" dirty="0"/>
              <a:t>Хлебина Ирина и </a:t>
            </a:r>
            <a:r>
              <a:rPr lang="ru-RU" dirty="0" err="1"/>
              <a:t>Тротт</a:t>
            </a:r>
            <a:r>
              <a:rPr lang="ru-RU"/>
              <a:t> Маргарита 10В</a:t>
            </a:r>
            <a:endParaRPr lang="ru-RU" dirty="0"/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6E49C-11A0-4C95-8A6E-FC7E9C57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1341120"/>
            <a:ext cx="3236976" cy="4069080"/>
          </a:xfrm>
        </p:spPr>
        <p:txBody>
          <a:bodyPr rtlCol="0">
            <a:normAutofit/>
          </a:bodyPr>
          <a:lstStyle/>
          <a:p>
            <a:pPr rtl="0"/>
            <a:r>
              <a:rPr lang="ru-RU" sz="3600" b="0" i="0" u="none" strike="noStrike" dirty="0">
                <a:effectLst/>
                <a:latin typeface="Arial" panose="020B0604020202020204" pitchFamily="34" charset="0"/>
              </a:rPr>
              <a:t>Цель </a:t>
            </a:r>
            <a:r>
              <a:rPr lang="ru-RU" sz="3600" dirty="0">
                <a:latin typeface="Arial" panose="020B0604020202020204" pitchFamily="34" charset="0"/>
              </a:rPr>
              <a:t>работы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9C3FD2-AF88-4EF1-AFB7-5D31BD5AA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915287"/>
            <a:ext cx="5111496" cy="3931920"/>
          </a:xfrm>
        </p:spPr>
        <p:txBody>
          <a:bodyPr rtlCol="0">
            <a:no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endParaRPr lang="ru-RU" sz="2400" b="0" i="0" u="none" strike="noStrike" dirty="0"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Создание инструмента и написание методики </a:t>
            </a:r>
            <a:r>
              <a:rPr lang="ru-RU" b="0" i="0" u="none" strike="noStrike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исследований движения кошек с помощью компьютерного зрения.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Проведение пробного исследования и подтверждение предположений о спрыгивании кошек.</a:t>
            </a:r>
            <a:endParaRPr lang="ru-RU" b="0" i="0" u="none" strike="noStrike" dirty="0"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ru-RU" b="0" i="0" u="none" strike="noStrike" dirty="0"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0B0F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CA0277-BCB4-45D2-977A-D1C3AD4A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ru-RU" sz="1800" noProof="0" smtClean="0">
                <a:solidFill>
                  <a:srgbClr val="00B0F0"/>
                </a:solidFill>
              </a:rPr>
              <a:pPr>
                <a:defRPr/>
              </a:pPr>
              <a:t>2</a:t>
            </a:fld>
            <a:endParaRPr lang="ru-RU" sz="1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6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B290457-2071-4F7C-9327-CE85A282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ru-RU" dirty="0"/>
              <a:t>Аналоги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67B1E24-2840-4BB0-AE5A-2320A01CB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501900"/>
            <a:ext cx="5806440" cy="2889250"/>
          </a:xfrm>
        </p:spPr>
        <p:txBody>
          <a:bodyPr rtlCol="0"/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sz="3200" dirty="0"/>
              <a:t>Задача о падающей кошке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3200" dirty="0"/>
              <a:t>YOLO pose estimation</a:t>
            </a:r>
            <a:r>
              <a:rPr lang="ru-RU" sz="3200" dirty="0"/>
              <a:t> и прочие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sz="3200" dirty="0"/>
              <a:t>Построение графиков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ru-RU" dirty="0"/>
          </a:p>
          <a:p>
            <a:pPr rtl="0"/>
            <a:endParaRPr lang="ru-RU" dirty="0"/>
          </a:p>
          <a:p>
            <a:pPr rtl="0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59DD474-D676-41A6-A2FB-30B2078418A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6317278" y="261605"/>
            <a:ext cx="3083686" cy="3092783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624A4F8-65E3-4A17-A439-FE80714CDE5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/>
          <a:stretch/>
        </p:blipFill>
        <p:spPr>
          <a:xfrm>
            <a:off x="8133168" y="2126901"/>
            <a:ext cx="3738411" cy="3578574"/>
          </a:xfr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5D59F47-65CE-4B80-AC8A-A76C2B16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ru-RU" sz="1800" noProof="0" smtClean="0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ru-RU" sz="18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19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C037F-9B04-45A9-8AE6-A8517884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>
                <a:solidFill>
                  <a:srgbClr val="FFFFFF"/>
                </a:solidFill>
              </a:rPr>
              <a:t>Задачи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49FB76-25BA-4481-B88D-DCB748E16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ru-RU" sz="3600" dirty="0">
                <a:solidFill>
                  <a:srgbClr val="FFFFFF"/>
                </a:solidFill>
              </a:rPr>
              <a:t>и получившиеся результаты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359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8260B10-25FE-445D-A9FD-06B618F1B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47778-C129-40AF-AD2D-CBDAAA008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srgbClr val="FF0000"/>
                </a:solidFill>
              </a:rPr>
              <a:t>Создание инструмента для исследований</a:t>
            </a:r>
          </a:p>
          <a:p>
            <a:pPr lvl="1"/>
            <a:r>
              <a:rPr lang="ru-RU" sz="2800" dirty="0">
                <a:solidFill>
                  <a:srgbClr val="FF0000"/>
                </a:solidFill>
              </a:rPr>
              <a:t>Подбор нужных программ для обработки видео</a:t>
            </a:r>
          </a:p>
          <a:p>
            <a:pPr lvl="1"/>
            <a:r>
              <a:rPr lang="ru-RU" sz="2800" dirty="0">
                <a:solidFill>
                  <a:srgbClr val="FF0000"/>
                </a:solidFill>
              </a:rPr>
              <a:t>Написание программ для обработки полученных данных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srgbClr val="00B0F0"/>
                </a:solidFill>
              </a:rPr>
              <a:t>Изучение теории и сбор материала, формулирование предположений и гипотез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schemeClr val="accent4">
                    <a:lumMod val="75000"/>
                  </a:schemeClr>
                </a:solidFill>
              </a:rPr>
              <a:t>Проведение пробного исследования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schemeClr val="accent5">
                    <a:lumMod val="75000"/>
                  </a:schemeClr>
                </a:solidFill>
              </a:rPr>
              <a:t>Анализ полученной информации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schemeClr val="bg2">
                    <a:lumMod val="50000"/>
                  </a:schemeClr>
                </a:solidFill>
              </a:rPr>
              <a:t>Написание методики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89752FB-00E4-412D-9922-75D46AC7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ru-RU" sz="1800" noProof="0" smtClean="0">
                <a:solidFill>
                  <a:schemeClr val="tx1"/>
                </a:solidFill>
              </a:rPr>
              <a:pPr>
                <a:defRPr/>
              </a:pPr>
              <a:t>5</a:t>
            </a:fld>
            <a:endParaRPr lang="ru-RU" sz="18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950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16DAA-1ACF-4343-A637-D55C4A5DE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17500"/>
            <a:ext cx="10515600" cy="1325563"/>
          </a:xfrm>
        </p:spPr>
        <p:txBody>
          <a:bodyPr rtlCol="0"/>
          <a:lstStyle/>
          <a:p>
            <a:pPr rtl="0"/>
            <a:r>
              <a:rPr lang="ru-RU" dirty="0"/>
              <a:t>Результаты</a:t>
            </a:r>
          </a:p>
        </p:txBody>
      </p:sp>
      <p:graphicFrame>
        <p:nvGraphicFramePr>
          <p:cNvPr id="4" name="Объект 4" descr="графический элемент SmartArt временной шкалы&#10;">
            <a:extLst>
              <a:ext uri="{FF2B5EF4-FFF2-40B4-BE49-F238E27FC236}">
                <a16:creationId xmlns:a16="http://schemas.microsoft.com/office/drawing/2014/main" id="{E246B7D8-C843-490A-A5BB-04DFA74A3D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4602022"/>
              </p:ext>
            </p:extLst>
          </p:nvPr>
        </p:nvGraphicFramePr>
        <p:xfrm>
          <a:off x="130778" y="977900"/>
          <a:ext cx="11930443" cy="5651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6250A91-E7E7-492D-8B47-1D8C8518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ru-RU" sz="1800" noProof="0" smtClean="0">
                <a:solidFill>
                  <a:schemeClr val="tx1"/>
                </a:solidFill>
              </a:rPr>
              <a:pPr>
                <a:defRPr/>
              </a:pPr>
              <a:t>6</a:t>
            </a:fld>
            <a:endParaRPr lang="ru-RU" sz="18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647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Перспектива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4DACD0-2773-4975-A2FE-3BD5764E1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905000"/>
            <a:ext cx="7231063" cy="3684588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ru-RU" sz="3200" dirty="0"/>
              <a:t>Проведение более детальных исследований движения кошки.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A89929F-0791-4C9F-8076-A410731E5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212" y="1933575"/>
            <a:ext cx="6215063" cy="497205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873E8A-6AE1-4F94-A4CE-1D50BE0F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sz="1800" noProof="0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13910725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34_TF78504181_Win32.potx" id="{5007C4A8-9D08-45E4-AF41-C46D1FE0A5B3}" vid="{149C4C4D-8B81-43CD-B093-08FE9E42A336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Фигуры</Template>
  <TotalTime>153</TotalTime>
  <Words>172</Words>
  <Application>Microsoft Office PowerPoint</Application>
  <PresentationFormat>Широкоэкранный</PresentationFormat>
  <Paragraphs>43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ShapesVTI</vt:lpstr>
      <vt:lpstr>Кошкоскок</vt:lpstr>
      <vt:lpstr>Цель работы</vt:lpstr>
      <vt:lpstr>Аналоги</vt:lpstr>
      <vt:lpstr>Задачи</vt:lpstr>
      <vt:lpstr>Задачи</vt:lpstr>
      <vt:lpstr>Результаты</vt:lpstr>
      <vt:lpstr>Перспектива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Кошкоскок</dc:title>
  <dc:creator>Ирина Хлебина</dc:creator>
  <cp:lastModifiedBy>Ирина Хлебина</cp:lastModifiedBy>
  <cp:revision>7</cp:revision>
  <dcterms:created xsi:type="dcterms:W3CDTF">2023-05-02T18:48:23Z</dcterms:created>
  <dcterms:modified xsi:type="dcterms:W3CDTF">2023-05-17T05:16:12Z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